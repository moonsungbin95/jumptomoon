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embeddedFontLst>
    <p:embeddedFont>
      <p:font typeface="Noto Sans KR"/>
      <p:regular r:id="rId61"/>
      <p:bold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NotoSansKR-bold.fntdata"/><Relationship Id="rId61" Type="http://schemas.openxmlformats.org/officeDocument/2006/relationships/font" Target="fonts/NotoSansKR-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c3120847bf_0_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52" name="Google Shape;52;g2c3120847bf_0_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c3120847bf_0_11: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64" name="Google Shape;64;g2c3120847bf_0_11: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c3120847bf_0_649: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80" name="Google Shape;80;g2c3120847bf_0_649: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8f0d9e9a1a_1_143: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457200" rtl="0" algn="l">
              <a:spcBef>
                <a:spcPts val="0"/>
              </a:spcBef>
              <a:spcAft>
                <a:spcPts val="0"/>
              </a:spcAft>
              <a:buNone/>
            </a:pPr>
            <a:r>
              <a:rPr lang="ko"/>
              <a:t>모두가 비전공자이지만 각기 다른 경험들을 프로젝트에 녹여내어 시너지를 만들었다. 준호님의 경우 사회생활의 경험을 바탕으로 회사 업무의 흐름, 필수기능 들과 같은 것들을 공유했고, 준하님은 가게를 운영했던 것을 바탕으로 마케팅과 영업에 관한 내용들을 많이 알려주셨다. 덕분에 창의적인 아이디어와 다양한 기술들을 시도해볼 수 있었다. 서로의 의견을 존중하고 믿으면서 프로젝트를 진행하였다.</a:t>
            </a:r>
            <a:endParaRPr/>
          </a:p>
        </p:txBody>
      </p:sp>
      <p:sp>
        <p:nvSpPr>
          <p:cNvPr id="90" name="Google Shape;90;g28f0d9e9a1a_1_143: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c3120847bf_0_11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317500" lvl="0" marL="457200" rtl="0" algn="l">
              <a:spcBef>
                <a:spcPts val="0"/>
              </a:spcBef>
              <a:spcAft>
                <a:spcPts val="0"/>
              </a:spcAft>
              <a:buClr>
                <a:schemeClr val="dk1"/>
              </a:buClr>
              <a:buSzPts val="1400"/>
              <a:buAutoNum type="arabicPeriod"/>
            </a:pPr>
            <a:r>
              <a:rPr lang="ko" sz="1400">
                <a:solidFill>
                  <a:schemeClr val="dk1"/>
                </a:solidFill>
              </a:rPr>
              <a:t>초기 설정 미흡</a:t>
            </a:r>
            <a:endParaRPr sz="1400">
              <a:solidFill>
                <a:schemeClr val="dk1"/>
              </a:solidFill>
            </a:endParaRPr>
          </a:p>
          <a:p>
            <a:pPr indent="-317500" lvl="0" marL="457200" rtl="0" algn="l">
              <a:spcBef>
                <a:spcPts val="0"/>
              </a:spcBef>
              <a:spcAft>
                <a:spcPts val="0"/>
              </a:spcAft>
              <a:buClr>
                <a:schemeClr val="dk1"/>
              </a:buClr>
              <a:buSzPts val="1400"/>
              <a:buChar char="-"/>
            </a:pPr>
            <a:r>
              <a:rPr lang="ko" sz="1400">
                <a:solidFill>
                  <a:schemeClr val="dk1"/>
                </a:solidFill>
              </a:rPr>
              <a:t>단기 프로젝트에서 사용했던 애자일 방식을 채택하여 설계-개발-회의 호흡을 짧게 가져가면서 능률을 향상시키려 했으나 중심이 잡히지 않음.</a:t>
            </a:r>
            <a:endParaRPr sz="1400">
              <a:solidFill>
                <a:schemeClr val="dk1"/>
              </a:solidFill>
            </a:endParaRPr>
          </a:p>
          <a:p>
            <a:pPr indent="0" lvl="0" marL="0" rtl="0" algn="l">
              <a:spcBef>
                <a:spcPts val="0"/>
              </a:spcBef>
              <a:spcAft>
                <a:spcPts val="0"/>
              </a:spcAft>
              <a:buClr>
                <a:schemeClr val="dk1"/>
              </a:buClr>
              <a:buSzPts val="1100"/>
              <a:buFont typeface="Arial"/>
              <a:buNone/>
            </a:pPr>
            <a:r>
              <a:rPr lang="ko" sz="1400">
                <a:solidFill>
                  <a:schemeClr val="dk1"/>
                </a:solidFill>
              </a:rPr>
              <a:t>	-&gt; 프로젝트가 진행될수록 역할이 충돌하거나 뒤바뀌는 경우가 생김</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ko" sz="1400">
                <a:solidFill>
                  <a:schemeClr val="dk1"/>
                </a:solidFill>
              </a:rPr>
              <a:t>(개발 중-후기에는) 커뮤니케이션 부족</a:t>
            </a:r>
            <a:endParaRPr sz="1400">
              <a:solidFill>
                <a:schemeClr val="dk1"/>
              </a:solidFill>
            </a:endParaRPr>
          </a:p>
          <a:p>
            <a:pPr indent="-317500" lvl="0" marL="457200" rtl="0" algn="l">
              <a:spcBef>
                <a:spcPts val="0"/>
              </a:spcBef>
              <a:spcAft>
                <a:spcPts val="0"/>
              </a:spcAft>
              <a:buClr>
                <a:schemeClr val="dk1"/>
              </a:buClr>
              <a:buSzPts val="1400"/>
              <a:buChar char="-"/>
            </a:pPr>
            <a:r>
              <a:rPr lang="ko" sz="1400">
                <a:solidFill>
                  <a:schemeClr val="dk1"/>
                </a:solidFill>
              </a:rPr>
              <a:t>회의를 통해 각자 개발이 진행되고 있는 상황이나 계획 등을 지속적으로 체크했었어야 하나 개발 중-후기에는 이 점이 미흡했다. </a:t>
            </a:r>
            <a:endParaRPr sz="1400">
              <a:solidFill>
                <a:schemeClr val="dk1"/>
              </a:solidFill>
            </a:endParaRPr>
          </a:p>
          <a:p>
            <a:pPr indent="0" lvl="0" marL="0" rtl="0" algn="l">
              <a:spcBef>
                <a:spcPts val="0"/>
              </a:spcBef>
              <a:spcAft>
                <a:spcPts val="0"/>
              </a:spcAft>
              <a:buClr>
                <a:schemeClr val="dk1"/>
              </a:buClr>
              <a:buSzPts val="1100"/>
              <a:buFont typeface="Arial"/>
              <a:buNone/>
            </a:pPr>
            <a:r>
              <a:rPr lang="ko" sz="1400">
                <a:solidFill>
                  <a:schemeClr val="dk1"/>
                </a:solidFill>
              </a:rPr>
              <a:t>	</a:t>
            </a:r>
            <a:endParaRPr sz="1400">
              <a:solidFill>
                <a:schemeClr val="dk1"/>
              </a:solidFill>
            </a:endParaRPr>
          </a:p>
          <a:p>
            <a:pPr indent="0" lvl="0" marL="0" rtl="0" algn="l">
              <a:spcBef>
                <a:spcPts val="0"/>
              </a:spcBef>
              <a:spcAft>
                <a:spcPts val="0"/>
              </a:spcAft>
              <a:buClr>
                <a:schemeClr val="dk1"/>
              </a:buClr>
              <a:buSzPts val="1100"/>
              <a:buFont typeface="Arial"/>
              <a:buNone/>
            </a:pPr>
            <a:r>
              <a:rPr lang="ko" sz="1400">
                <a:solidFill>
                  <a:schemeClr val="dk1"/>
                </a:solidFill>
              </a:rPr>
              <a:t>이런걸 쓰는게 맞나…?</a:t>
            </a:r>
            <a:endParaRPr sz="14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ko"/>
              <a:t>&lt;기존 ppt 내용 : 필요 없으면 지워주세요&gt;</a:t>
            </a:r>
            <a:endParaRPr/>
          </a:p>
          <a:p>
            <a:pPr indent="0" lvl="0" marL="0" rtl="0" algn="l">
              <a:spcBef>
                <a:spcPts val="0"/>
              </a:spcBef>
              <a:spcAft>
                <a:spcPts val="0"/>
              </a:spcAft>
              <a:buClr>
                <a:schemeClr val="dk1"/>
              </a:buClr>
              <a:buSzPts val="1100"/>
              <a:buFont typeface="Arial"/>
              <a:buNone/>
            </a:pPr>
            <a:r>
              <a:rPr lang="ko" sz="1400">
                <a:solidFill>
                  <a:schemeClr val="dk1"/>
                </a:solidFill>
              </a:rPr>
              <a:t>CRM을 접목하여 영업/마케팅 관련 기능개발을 진행하던 멤버의 이탈로 인해 남은 멤버들이 케어를 해야 하는 상황 발생.</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ko" sz="1400">
                <a:solidFill>
                  <a:schemeClr val="dk1"/>
                </a:solidFill>
              </a:rPr>
              <a:t>업무량 과다 + 인원 부족 문제로 담당멤버가 비어있던 기능은</a:t>
            </a:r>
            <a:endParaRPr sz="1400">
              <a:solidFill>
                <a:schemeClr val="dk1"/>
              </a:solidFill>
            </a:endParaRPr>
          </a:p>
          <a:p>
            <a:pPr indent="0" lvl="0" marL="0" rtl="0" algn="l">
              <a:spcBef>
                <a:spcPts val="0"/>
              </a:spcBef>
              <a:spcAft>
                <a:spcPts val="0"/>
              </a:spcAft>
              <a:buClr>
                <a:schemeClr val="dk1"/>
              </a:buClr>
              <a:buSzPts val="1100"/>
              <a:buFont typeface="Arial"/>
              <a:buNone/>
            </a:pPr>
            <a:r>
              <a:rPr lang="ko" sz="1400">
                <a:solidFill>
                  <a:schemeClr val="dk1"/>
                </a:solidFill>
              </a:rPr>
              <a:t>필수 기능부터 구현하기로 결정.</a:t>
            </a:r>
            <a:endParaRPr sz="1400">
              <a:solidFill>
                <a:schemeClr val="dk1"/>
              </a:solidFill>
            </a:endParaRPr>
          </a:p>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Clr>
                <a:schemeClr val="dk1"/>
              </a:buClr>
              <a:buSzPts val="1100"/>
              <a:buFont typeface="Arial"/>
              <a:buNone/>
            </a:pPr>
            <a:r>
              <a:rPr lang="ko" sz="1400">
                <a:solidFill>
                  <a:schemeClr val="dk1"/>
                </a:solidFill>
              </a:rPr>
              <a:t>자발적인 자료조사와 협업으로 당면했던 문제들(보안이슈, 깃허브 머지이슈 등)을 해결하며 기한 내에 프로젝트를 마무리 함. </a:t>
            </a:r>
            <a:endParaRPr/>
          </a:p>
        </p:txBody>
      </p:sp>
      <p:sp>
        <p:nvSpPr>
          <p:cNvPr id="102" name="Google Shape;102;g2c3120847bf_0_11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c3120847bf_0_27: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118" name="Google Shape;118;g2c3120847bf_0_27: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c3120847bf_0_481: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rPr lang="ko"/>
              <a:t>ERP(Enterprise Resource Planning) : 회사내 자원들을 관리하고 업무 프로세스를 자동화시킴으로써 운영 효율성을 높이는 솔루션.</a:t>
            </a:r>
            <a:endParaRPr/>
          </a:p>
        </p:txBody>
      </p:sp>
      <p:sp>
        <p:nvSpPr>
          <p:cNvPr id="162" name="Google Shape;162;g2c3120847bf_0_481: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c3120847bf_0_502: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lnSpc>
                <a:spcPct val="115000"/>
              </a:lnSpc>
              <a:spcBef>
                <a:spcPts val="0"/>
              </a:spcBef>
              <a:spcAft>
                <a:spcPts val="0"/>
              </a:spcAft>
              <a:buClr>
                <a:schemeClr val="dk1"/>
              </a:buClr>
              <a:buSzPts val="1100"/>
              <a:buFont typeface="Arial"/>
              <a:buNone/>
            </a:pPr>
            <a:r>
              <a:rPr lang="ko">
                <a:solidFill>
                  <a:schemeClr val="dk1"/>
                </a:solidFill>
              </a:rPr>
              <a:t>이카운트 선택 이유 : 한국 기업 -&gt; 국내 기업 니즈를 잘 알고 있을 것. 다른 ERP솔루션은 결제를 해야 하거나 많은 기능들이 잠겨있는 반면, 무료 데모 버전을 통해 ERP에 대한 분석이 가능했음.</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ko">
                <a:solidFill>
                  <a:schemeClr val="dk1"/>
                </a:solidFill>
              </a:rPr>
              <a:t>이미지 출처 https://www.ecount.com/kr/</a:t>
            </a:r>
            <a:endParaRPr>
              <a:solidFill>
                <a:schemeClr val="dk1"/>
              </a:solidFill>
            </a:endParaRPr>
          </a:p>
        </p:txBody>
      </p:sp>
      <p:sp>
        <p:nvSpPr>
          <p:cNvPr id="181" name="Google Shape;181;g2c3120847bf_0_502: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c3120847bf_0_568: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rPr lang="ko"/>
              <a:t>최근 들어 기술의 발전으로 제품 경쟁력의 격차는 줄어들었고, 고객의 페인포인트를 해결해주면서 공통의 비즈니스 목표를 달성할 수 있는 솔루션을 원한다고 한다. 그렇다면 기존의 B2B에 의존하던 기업들도</a:t>
            </a:r>
            <a:endParaRPr/>
          </a:p>
          <a:p>
            <a:pPr indent="0" lvl="0" marL="0" rtl="0" algn="l">
              <a:spcBef>
                <a:spcPts val="0"/>
              </a:spcBef>
              <a:spcAft>
                <a:spcPts val="0"/>
              </a:spcAft>
              <a:buNone/>
            </a:pPr>
            <a:r>
              <a:rPr lang="ko"/>
              <a:t>B2B2C를 접목시키려고 할 것이고, ERP만 사용하던 기업들은 CRM을 추가로 도입하여야 한다. 하지만 이는 규모가 작은 중소기업에게는 부담이 될 수 있다. </a:t>
            </a:r>
            <a:endParaRPr/>
          </a:p>
        </p:txBody>
      </p:sp>
      <p:sp>
        <p:nvSpPr>
          <p:cNvPr id="191" name="Google Shape;191;g2c3120847bf_0_568: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c3120847bf_0_516: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342900" lvl="0" marL="457200" rtl="0" algn="l">
              <a:spcBef>
                <a:spcPts val="0"/>
              </a:spcBef>
              <a:spcAft>
                <a:spcPts val="0"/>
              </a:spcAft>
              <a:buClr>
                <a:srgbClr val="595959"/>
              </a:buClr>
              <a:buSzPts val="1800"/>
              <a:buChar char="●"/>
            </a:pPr>
            <a:r>
              <a:rPr lang="ko">
                <a:solidFill>
                  <a:schemeClr val="dk1"/>
                </a:solidFill>
              </a:rPr>
              <a:t>따라서 우리 ERP는 ERP 본연의 기능을 유지한 채 고객 관리, 상품 판매 예측 등 CRM을 접목시켜서 두 가지 니즈를 충족시키려고 하였다. 이러한 ERP를 필요로 할 기업을 생각해 보았을 때 쿠팡처럼 물류업을 하면서 자체생산과 판매를 하는 기업을 타겟으로 잡았다. 그래서 기존의 ERP 기능과 회원관리, 판매 데이터를 기반으로 한 다양한 분석등이 가능한 ERP를 기획하였다.</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ko">
                <a:solidFill>
                  <a:schemeClr val="dk1"/>
                </a:solidFill>
              </a:rPr>
              <a:t>&lt;기존 ppt 문구 - 필요 없으면 삭제해주세요&gt;</a:t>
            </a:r>
            <a:endParaRPr>
              <a:solidFill>
                <a:schemeClr val="dk1"/>
              </a:solidFill>
            </a:endParaRPr>
          </a:p>
          <a:p>
            <a:pPr indent="0" lvl="0" marL="0" rtl="0" algn="l">
              <a:spcBef>
                <a:spcPts val="0"/>
              </a:spcBef>
              <a:spcAft>
                <a:spcPts val="0"/>
              </a:spcAft>
              <a:buNone/>
            </a:pPr>
            <a:r>
              <a:t/>
            </a:r>
            <a:endParaRPr>
              <a:solidFill>
                <a:schemeClr val="dk1"/>
              </a:solidFill>
            </a:endParaRPr>
          </a:p>
          <a:p>
            <a:pPr indent="-292100" lvl="0" marL="457200" rtl="0" algn="l">
              <a:lnSpc>
                <a:spcPct val="115000"/>
              </a:lnSpc>
              <a:spcBef>
                <a:spcPts val="0"/>
              </a:spcBef>
              <a:spcAft>
                <a:spcPts val="0"/>
              </a:spcAft>
              <a:buClr>
                <a:srgbClr val="595959"/>
              </a:buClr>
              <a:buSzPts val="1000"/>
              <a:buChar char="●"/>
            </a:pPr>
            <a:r>
              <a:rPr lang="ko" sz="1000">
                <a:solidFill>
                  <a:srgbClr val="595959"/>
                </a:solidFill>
              </a:rPr>
              <a:t>JM ERP만의 차별점 </a:t>
            </a:r>
            <a:endParaRPr sz="1000">
              <a:solidFill>
                <a:srgbClr val="595959"/>
              </a:solidFill>
            </a:endParaRPr>
          </a:p>
          <a:p>
            <a:pPr indent="-292100" lvl="1" marL="914400" rtl="0" algn="l">
              <a:lnSpc>
                <a:spcPct val="115000"/>
              </a:lnSpc>
              <a:spcBef>
                <a:spcPts val="0"/>
              </a:spcBef>
              <a:spcAft>
                <a:spcPts val="0"/>
              </a:spcAft>
              <a:buClr>
                <a:srgbClr val="595959"/>
              </a:buClr>
              <a:buSzPts val="1000"/>
              <a:buChar char="○"/>
            </a:pPr>
            <a:r>
              <a:rPr lang="ko" sz="1000">
                <a:solidFill>
                  <a:srgbClr val="595959"/>
                </a:solidFill>
              </a:rPr>
              <a:t>B2B + B2C 영역을 넘나드는 요즘 기업 흐름에 따라</a:t>
            </a:r>
            <a:endParaRPr sz="1000">
              <a:solidFill>
                <a:srgbClr val="595959"/>
              </a:solidFill>
            </a:endParaRPr>
          </a:p>
          <a:p>
            <a:pPr indent="457200" lvl="0" marL="457200" rtl="0" algn="l">
              <a:lnSpc>
                <a:spcPct val="115000"/>
              </a:lnSpc>
              <a:spcBef>
                <a:spcPts val="0"/>
              </a:spcBef>
              <a:spcAft>
                <a:spcPts val="0"/>
              </a:spcAft>
              <a:buClr>
                <a:schemeClr val="dk1"/>
              </a:buClr>
              <a:buSzPts val="1100"/>
              <a:buFont typeface="Arial"/>
              <a:buNone/>
            </a:pPr>
            <a:r>
              <a:rPr lang="ko" sz="1000">
                <a:solidFill>
                  <a:srgbClr val="595959"/>
                </a:solidFill>
              </a:rPr>
              <a:t>두 영역의 pain point를 모두 해결하는 ERP 제작</a:t>
            </a:r>
            <a:endParaRPr sz="1000">
              <a:solidFill>
                <a:srgbClr val="595959"/>
              </a:solidFill>
            </a:endParaRPr>
          </a:p>
          <a:p>
            <a:pPr indent="457200" lvl="0" marL="457200" rtl="0" algn="l">
              <a:lnSpc>
                <a:spcPct val="115000"/>
              </a:lnSpc>
              <a:spcBef>
                <a:spcPts val="0"/>
              </a:spcBef>
              <a:spcAft>
                <a:spcPts val="0"/>
              </a:spcAft>
              <a:buClr>
                <a:schemeClr val="dk1"/>
              </a:buClr>
              <a:buSzPts val="1100"/>
              <a:buFont typeface="Arial"/>
              <a:buNone/>
            </a:pPr>
            <a:r>
              <a:t/>
            </a:r>
            <a:endParaRPr sz="1000">
              <a:solidFill>
                <a:srgbClr val="595959"/>
              </a:solidFill>
            </a:endParaRPr>
          </a:p>
          <a:p>
            <a:pPr indent="-292100" lvl="0" marL="457200" rtl="0" algn="l">
              <a:lnSpc>
                <a:spcPct val="115000"/>
              </a:lnSpc>
              <a:spcBef>
                <a:spcPts val="0"/>
              </a:spcBef>
              <a:spcAft>
                <a:spcPts val="0"/>
              </a:spcAft>
              <a:buClr>
                <a:srgbClr val="595959"/>
              </a:buClr>
              <a:buSzPts val="1000"/>
              <a:buChar char="●"/>
            </a:pPr>
            <a:r>
              <a:rPr lang="ko" sz="1000">
                <a:solidFill>
                  <a:srgbClr val="595959"/>
                </a:solidFill>
              </a:rPr>
              <a:t>기존 ERP 기능 유지 및 보완</a:t>
            </a:r>
            <a:endParaRPr sz="1000">
              <a:solidFill>
                <a:srgbClr val="595959"/>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rgbClr val="595959"/>
              </a:solidFill>
            </a:endParaRPr>
          </a:p>
          <a:p>
            <a:pPr indent="-292100" lvl="0" marL="457200" rtl="0" algn="l">
              <a:lnSpc>
                <a:spcPct val="115000"/>
              </a:lnSpc>
              <a:spcBef>
                <a:spcPts val="0"/>
              </a:spcBef>
              <a:spcAft>
                <a:spcPts val="0"/>
              </a:spcAft>
              <a:buClr>
                <a:srgbClr val="595959"/>
              </a:buClr>
              <a:buSzPts val="1000"/>
              <a:buChar char="●"/>
            </a:pPr>
            <a:r>
              <a:rPr lang="ko" sz="1000">
                <a:solidFill>
                  <a:srgbClr val="595959"/>
                </a:solidFill>
              </a:rPr>
              <a:t>ERP 고객층 : 물류(쿠팡) + 자체생산(private brand) 중심 기업</a:t>
            </a:r>
            <a:endParaRPr sz="1000">
              <a:solidFill>
                <a:srgbClr val="595959"/>
              </a:solidFill>
            </a:endParaRPr>
          </a:p>
          <a:p>
            <a:pPr indent="-292100" lvl="1" marL="914400" rtl="0" algn="l">
              <a:lnSpc>
                <a:spcPct val="115000"/>
              </a:lnSpc>
              <a:spcBef>
                <a:spcPts val="0"/>
              </a:spcBef>
              <a:spcAft>
                <a:spcPts val="0"/>
              </a:spcAft>
              <a:buClr>
                <a:srgbClr val="595959"/>
              </a:buClr>
              <a:buSzPts val="1000"/>
              <a:buChar char="○"/>
            </a:pPr>
            <a:r>
              <a:rPr lang="ko" sz="1000">
                <a:solidFill>
                  <a:srgbClr val="595959"/>
                </a:solidFill>
              </a:rPr>
              <a:t>소비자 중심 (회원관리, 회원 성향 분석 등)</a:t>
            </a:r>
            <a:endParaRPr sz="1000">
              <a:solidFill>
                <a:srgbClr val="595959"/>
              </a:solidFill>
            </a:endParaRPr>
          </a:p>
          <a:p>
            <a:pPr indent="-292100" lvl="1" marL="914400" rtl="0" algn="l">
              <a:lnSpc>
                <a:spcPct val="115000"/>
              </a:lnSpc>
              <a:spcBef>
                <a:spcPts val="0"/>
              </a:spcBef>
              <a:spcAft>
                <a:spcPts val="0"/>
              </a:spcAft>
              <a:buClr>
                <a:srgbClr val="595959"/>
              </a:buClr>
              <a:buSzPts val="1000"/>
              <a:buChar char="○"/>
            </a:pPr>
            <a:r>
              <a:rPr lang="ko" sz="1000">
                <a:solidFill>
                  <a:srgbClr val="595959"/>
                </a:solidFill>
              </a:rPr>
              <a:t> 기업 데이터를 기반으로 다양한 분석 </a:t>
            </a:r>
            <a:endParaRPr sz="1000">
              <a:solidFill>
                <a:srgbClr val="595959"/>
              </a:solidFill>
            </a:endParaRPr>
          </a:p>
          <a:p>
            <a:pPr indent="0" lvl="0" marL="0" rtl="0" algn="l">
              <a:spcBef>
                <a:spcPts val="0"/>
              </a:spcBef>
              <a:spcAft>
                <a:spcPts val="0"/>
              </a:spcAft>
              <a:buNone/>
            </a:pPr>
            <a:r>
              <a:t/>
            </a:r>
            <a:endParaRPr>
              <a:solidFill>
                <a:schemeClr val="dk1"/>
              </a:solidFill>
            </a:endParaRPr>
          </a:p>
        </p:txBody>
      </p:sp>
      <p:sp>
        <p:nvSpPr>
          <p:cNvPr id="209" name="Google Shape;209;g2c3120847bf_0_516: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c3120847bf_0_7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243" name="Google Shape;243;g2c3120847bf_0_7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c3120847bf_0_587: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283" name="Google Shape;283;g2c3120847bf_0_587: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c3120847bf_0_603: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297" name="Google Shape;297;g2c3120847bf_0_603: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c3120847bf_0_9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308" name="Google Shape;308;g2c3120847bf_0_9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c3120847bf_0_12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349" name="Google Shape;349;g2c3120847bf_0_12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c3120847bf_0_131: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rPr lang="ko"/>
              <a:t>고객이 요구할 수 있는 것들을 생각해 보았을 때,  1,2,3 이 있고, 이를 만족시킨다면 우리는 이 프로젝트에서 우리가 얻을 수 있는 점은 판매현황을 통한 상품 예측, 기업 관리 시스템 개발, 부서 간 협업 기능 과 보안을 다루었다는 것이다.</a:t>
            </a:r>
            <a:endParaRPr/>
          </a:p>
        </p:txBody>
      </p:sp>
      <p:sp>
        <p:nvSpPr>
          <p:cNvPr id="359" name="Google Shape;359;g2c3120847bf_0_131: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c3120847bf_0_14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376" name="Google Shape;376;g2c3120847bf_0_14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c3120847bf_0_149: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388" name="Google Shape;388;g2c3120847bf_0_149: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c3120847bf_0_158: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402" name="Google Shape;402;g2c3120847bf_0_158: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c3120847bf_0_187: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417" name="Google Shape;417;g2c3120847bf_0_187: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c3120847bf_0_167: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436" name="Google Shape;436;g2c3120847bf_0_167: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c49d409571_12_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446" name="Google Shape;446;g2c49d409571_12_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c3120847bf_0_10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rPr lang="ko"/>
              <a:t>주요기능으로는 기본적인 회원가입, 로그인, 캘린더, 게시판 등이 있고, 마케팅에서는 고객관리, 판매자,상품관리 등을 통해 다양한 분석이 가능하게 구현하였다. ERP의 기본적인 기능인 회계, 인사 파트가 있고,</a:t>
            </a:r>
            <a:endParaRPr/>
          </a:p>
          <a:p>
            <a:pPr indent="0" lvl="0" marL="0" rtl="0" algn="l">
              <a:spcBef>
                <a:spcPts val="0"/>
              </a:spcBef>
              <a:spcAft>
                <a:spcPts val="0"/>
              </a:spcAft>
              <a:buNone/>
            </a:pPr>
            <a:r>
              <a:rPr lang="ko"/>
              <a:t>자체 생산도 관리해야 하기 때문에 생산, 구매/재고 파트 등을 구현해놓았다.</a:t>
            </a:r>
            <a:endParaRPr/>
          </a:p>
        </p:txBody>
      </p:sp>
      <p:sp>
        <p:nvSpPr>
          <p:cNvPr id="461" name="Google Shape;461;g2c3120847bf_0_10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c3120847bf_0_176: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481" name="Google Shape;481;g2c3120847bf_0_176: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c3120847bf_0_688: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491" name="Google Shape;491;g2c3120847bf_0_688: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c49d409571_1_18: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510" name="Google Shape;510;g2c49d409571_1_18: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c3120847bf_0_206: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530" name="Google Shape;530;g2c3120847bf_0_206: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c3120847bf_0_735: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543" name="Google Shape;543;g2c3120847bf_0_735: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2c3120847bf_0_757: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557" name="Google Shape;557;g2c3120847bf_0_757: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2c3120847bf_0_775: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573" name="Google Shape;573;g2c3120847bf_0_775: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c3120847bf_0_216: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592" name="Google Shape;592;g2c3120847bf_0_216: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c3120847bf_0_798: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605" name="Google Shape;605;g2c3120847bf_0_798: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2c3120847bf_0_811: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619" name="Google Shape;619;g2c3120847bf_0_811: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2c3120847bf_0_824: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637" name="Google Shape;637;g2c3120847bf_0_824: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2c3120847bf_0_856: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660" name="Google Shape;660;g2c3120847bf_0_856: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c3120847bf_0_236: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676" name="Google Shape;676;g2c3120847bf_0_236: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2c3120847bf_0_947: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692" name="Google Shape;692;g2c3120847bf_0_947: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2c3120847bf_0_957: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714" name="Google Shape;714;g2c3120847bf_0_957: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2c3120847bf_0_226: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rPr lang="ko"/>
              <a:t>그래프만 보면 다른 그래프처럼 “과거 데이터를 분석”한 것 같아보일 수 있으니,</a:t>
            </a:r>
            <a:endParaRPr/>
          </a:p>
          <a:p>
            <a:pPr indent="0" lvl="0" marL="0" rtl="0" algn="l">
              <a:spcBef>
                <a:spcPts val="0"/>
              </a:spcBef>
              <a:spcAft>
                <a:spcPts val="0"/>
              </a:spcAft>
              <a:buNone/>
            </a:pPr>
            <a:r>
              <a:rPr lang="ko"/>
              <a:t>현재 데이터를 기반을 “향후 6개월을 예측”했으며, 개월마다 “3분기”로 나누어 “상세하게 예측했다”는 것을 강조하면</a:t>
            </a:r>
            <a:endParaRPr/>
          </a:p>
          <a:p>
            <a:pPr indent="0" lvl="0" marL="0" rtl="0" algn="l">
              <a:spcBef>
                <a:spcPts val="0"/>
              </a:spcBef>
              <a:spcAft>
                <a:spcPts val="0"/>
              </a:spcAft>
              <a:buNone/>
            </a:pPr>
            <a:r>
              <a:rPr lang="ko"/>
              <a:t>다른 기능과 다르게 상품예측을 했다는걸 잘 보여줄 수 있을 것 같습니다! </a:t>
            </a:r>
            <a:endParaRPr/>
          </a:p>
        </p:txBody>
      </p:sp>
      <p:sp>
        <p:nvSpPr>
          <p:cNvPr id="730" name="Google Shape;730;g2c3120847bf_0_226: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2c49d409571_1_141: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746" name="Google Shape;746;g2c49d409571_1_141: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c49d409571_1_155: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759" name="Google Shape;759;g2c49d409571_1_155: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2c49d409571_1_172: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772" name="Google Shape;772;g2c49d409571_1_172: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2c3120847bf_0_89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786" name="Google Shape;786;g2c3120847bf_0_89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2c3120847bf_0_90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798" name="Google Shape;798;g2c3120847bf_0_90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2c3120847bf_0_91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812" name="Google Shape;812;g2c3120847bf_0_91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c3120847bf_0_246: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825" name="Google Shape;825;g2c3120847bf_0_246: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c3120847bf_0_1029: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833" name="Google Shape;833;g2c3120847bf_0_1029: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2c3120847bf_0_1055: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853" name="Google Shape;853;g2c3120847bf_0_1055: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2c3120847bf_0_1064: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861" name="Google Shape;861;g2c3120847bf_0_1064: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2c49d409571_1_32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912" name="Google Shape;912;g2c49d409571_1_32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2c49d409571_1_395: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962" name="Google Shape;962;g2c49d409571_1_395: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2c49d409571_1_444: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1012" name="Google Shape;1012;g2c49d409571_1_444: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2c49d409571_1_493: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1062" name="Google Shape;1062;g2c49d409571_1_493: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28f0d9e9a1a_1_0: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1112" name="Google Shape;1112;g28f0d9e9a1a_1_0: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2c3120847bf_0_424:notes"/>
          <p:cNvSpPr txBox="1"/>
          <p:nvPr>
            <p:ph idx="1" type="body"/>
          </p:nvPr>
        </p:nvSpPr>
        <p:spPr>
          <a:xfrm>
            <a:off x="685800" y="4343400"/>
            <a:ext cx="5486400" cy="4114800"/>
          </a:xfrm>
          <a:prstGeom prst="rect">
            <a:avLst/>
          </a:prstGeom>
        </p:spPr>
        <p:txBody>
          <a:bodyPr anchorCtr="0" anchor="t" bIns="55875" lIns="55875" spcFirstLastPara="1" rIns="55875" wrap="square" tIns="55875">
            <a:noAutofit/>
          </a:bodyPr>
          <a:lstStyle/>
          <a:p>
            <a:pPr indent="0" lvl="0" marL="0" rtl="0" algn="l">
              <a:spcBef>
                <a:spcPts val="0"/>
              </a:spcBef>
              <a:spcAft>
                <a:spcPts val="0"/>
              </a:spcAft>
              <a:buNone/>
            </a:pPr>
            <a:r>
              <a:t/>
            </a:r>
            <a:endParaRPr/>
          </a:p>
        </p:txBody>
      </p:sp>
      <p:sp>
        <p:nvSpPr>
          <p:cNvPr id="1120" name="Google Shape;1120;g2c3120847bf_0_424:notes"/>
          <p:cNvSpPr/>
          <p:nvPr>
            <p:ph idx="2" type="sldImg"/>
          </p:nvPr>
        </p:nvSpPr>
        <p:spPr>
          <a:xfrm>
            <a:off x="857413" y="685800"/>
            <a:ext cx="3429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7.png"/><Relationship Id="rId10" Type="http://schemas.openxmlformats.org/officeDocument/2006/relationships/image" Target="../media/image12.png"/><Relationship Id="rId9" Type="http://schemas.openxmlformats.org/officeDocument/2006/relationships/image" Target="../media/image9.png"/><Relationship Id="rId5" Type="http://schemas.openxmlformats.org/officeDocument/2006/relationships/image" Target="../media/image18.png"/><Relationship Id="rId6" Type="http://schemas.openxmlformats.org/officeDocument/2006/relationships/image" Target="../media/image11.png"/><Relationship Id="rId7" Type="http://schemas.openxmlformats.org/officeDocument/2006/relationships/image" Target="../media/image20.png"/><Relationship Id="rId8"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18.png"/><Relationship Id="rId5" Type="http://schemas.openxmlformats.org/officeDocument/2006/relationships/image" Target="../media/image15.png"/><Relationship Id="rId6" Type="http://schemas.openxmlformats.org/officeDocument/2006/relationships/image" Target="../media/image21.png"/><Relationship Id="rId7" Type="http://schemas.openxmlformats.org/officeDocument/2006/relationships/image" Target="../media/image32.png"/><Relationship Id="rId8"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27.png"/><Relationship Id="rId5" Type="http://schemas.openxmlformats.org/officeDocument/2006/relationships/image" Target="../media/image38.png"/><Relationship Id="rId6"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36.png"/><Relationship Id="rId5" Type="http://schemas.openxmlformats.org/officeDocument/2006/relationships/image" Target="../media/image24.png"/><Relationship Id="rId6" Type="http://schemas.openxmlformats.org/officeDocument/2006/relationships/image" Target="../media/image54.png"/><Relationship Id="rId7" Type="http://schemas.openxmlformats.org/officeDocument/2006/relationships/image" Target="../media/image33.png"/><Relationship Id="rId8"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52.png"/><Relationship Id="rId5" Type="http://schemas.openxmlformats.org/officeDocument/2006/relationships/image" Target="../media/image71.png"/><Relationship Id="rId6" Type="http://schemas.openxmlformats.org/officeDocument/2006/relationships/image" Target="../media/image5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0.png"/><Relationship Id="rId4" Type="http://schemas.openxmlformats.org/officeDocument/2006/relationships/image" Target="../media/image72.png"/></Relationships>
</file>

<file path=ppt/slides/_rels/slide14.xml.rels><?xml version="1.0" encoding="UTF-8" standalone="yes"?><Relationships xmlns="http://schemas.openxmlformats.org/package/2006/relationships"><Relationship Id="rId11" Type="http://schemas.openxmlformats.org/officeDocument/2006/relationships/image" Target="../media/image41.png"/><Relationship Id="rId10" Type="http://schemas.openxmlformats.org/officeDocument/2006/relationships/image" Target="../media/image47.png"/><Relationship Id="rId13" Type="http://schemas.openxmlformats.org/officeDocument/2006/relationships/image" Target="../media/image45.png"/><Relationship Id="rId12" Type="http://schemas.openxmlformats.org/officeDocument/2006/relationships/image" Target="../media/image39.jp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30.png"/><Relationship Id="rId9" Type="http://schemas.openxmlformats.org/officeDocument/2006/relationships/image" Target="../media/image50.png"/><Relationship Id="rId15" Type="http://schemas.openxmlformats.org/officeDocument/2006/relationships/image" Target="../media/image75.gif"/><Relationship Id="rId14" Type="http://schemas.openxmlformats.org/officeDocument/2006/relationships/image" Target="../media/image35.png"/><Relationship Id="rId17" Type="http://schemas.openxmlformats.org/officeDocument/2006/relationships/image" Target="../media/image57.png"/><Relationship Id="rId16" Type="http://schemas.openxmlformats.org/officeDocument/2006/relationships/image" Target="../media/image49.png"/><Relationship Id="rId5" Type="http://schemas.openxmlformats.org/officeDocument/2006/relationships/image" Target="../media/image42.png"/><Relationship Id="rId6" Type="http://schemas.openxmlformats.org/officeDocument/2006/relationships/image" Target="../media/image51.png"/><Relationship Id="rId18" Type="http://schemas.openxmlformats.org/officeDocument/2006/relationships/image" Target="../media/image79.png"/><Relationship Id="rId7" Type="http://schemas.openxmlformats.org/officeDocument/2006/relationships/image" Target="../media/image44.png"/><Relationship Id="rId8"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66.png"/><Relationship Id="rId5" Type="http://schemas.openxmlformats.org/officeDocument/2006/relationships/image" Target="../media/image63.png"/><Relationship Id="rId6" Type="http://schemas.openxmlformats.org/officeDocument/2006/relationships/image" Target="../media/image8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52.png"/><Relationship Id="rId5" Type="http://schemas.openxmlformats.org/officeDocument/2006/relationships/image" Target="../media/image6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52.png"/><Relationship Id="rId5" Type="http://schemas.openxmlformats.org/officeDocument/2006/relationships/image" Target="../media/image6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52.png"/><Relationship Id="rId5" Type="http://schemas.openxmlformats.org/officeDocument/2006/relationships/image" Target="../media/image4.png"/><Relationship Id="rId6" Type="http://schemas.openxmlformats.org/officeDocument/2006/relationships/image" Target="../media/image59.png"/><Relationship Id="rId7" Type="http://schemas.openxmlformats.org/officeDocument/2006/relationships/image" Target="../media/image69.png"/></Relationships>
</file>

<file path=ppt/slides/_rels/slide20.xml.rels><?xml version="1.0" encoding="UTF-8" standalone="yes"?><Relationships xmlns="http://schemas.openxmlformats.org/package/2006/relationships"><Relationship Id="rId11" Type="http://schemas.openxmlformats.org/officeDocument/2006/relationships/image" Target="../media/image96.png"/><Relationship Id="rId10" Type="http://schemas.openxmlformats.org/officeDocument/2006/relationships/image" Target="../media/image80.jp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3.png"/><Relationship Id="rId4" Type="http://schemas.openxmlformats.org/officeDocument/2006/relationships/image" Target="../media/image18.png"/><Relationship Id="rId9" Type="http://schemas.openxmlformats.org/officeDocument/2006/relationships/image" Target="../media/image85.jpg"/><Relationship Id="rId5" Type="http://schemas.openxmlformats.org/officeDocument/2006/relationships/image" Target="../media/image52.png"/><Relationship Id="rId6" Type="http://schemas.openxmlformats.org/officeDocument/2006/relationships/image" Target="../media/image84.png"/><Relationship Id="rId7" Type="http://schemas.openxmlformats.org/officeDocument/2006/relationships/image" Target="../media/image60.jpg"/><Relationship Id="rId8" Type="http://schemas.openxmlformats.org/officeDocument/2006/relationships/image" Target="../media/image9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52.png"/><Relationship Id="rId5" Type="http://schemas.openxmlformats.org/officeDocument/2006/relationships/image" Target="../media/image77.png"/><Relationship Id="rId6" Type="http://schemas.openxmlformats.org/officeDocument/2006/relationships/image" Target="../media/image8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52.png"/><Relationship Id="rId5" Type="http://schemas.openxmlformats.org/officeDocument/2006/relationships/image" Target="../media/image77.png"/><Relationship Id="rId6" Type="http://schemas.openxmlformats.org/officeDocument/2006/relationships/image" Target="../media/image92.png"/><Relationship Id="rId7" Type="http://schemas.openxmlformats.org/officeDocument/2006/relationships/image" Target="../media/image8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101.png"/><Relationship Id="rId5" Type="http://schemas.openxmlformats.org/officeDocument/2006/relationships/image" Target="../media/image94.png"/><Relationship Id="rId6" Type="http://schemas.openxmlformats.org/officeDocument/2006/relationships/image" Target="../media/image97.png"/><Relationship Id="rId7" Type="http://schemas.openxmlformats.org/officeDocument/2006/relationships/image" Target="../media/image89.png"/><Relationship Id="rId8" Type="http://schemas.openxmlformats.org/officeDocument/2006/relationships/image" Target="../media/image8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8.png"/><Relationship Id="rId4" Type="http://schemas.openxmlformats.org/officeDocument/2006/relationships/image" Target="../media/image10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99.png"/><Relationship Id="rId5" Type="http://schemas.openxmlformats.org/officeDocument/2006/relationships/image" Target="../media/image10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99.png"/><Relationship Id="rId5" Type="http://schemas.openxmlformats.org/officeDocument/2006/relationships/image" Target="../media/image1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06.png"/><Relationship Id="rId4" Type="http://schemas.openxmlformats.org/officeDocument/2006/relationships/image" Target="../media/image18.png"/><Relationship Id="rId5" Type="http://schemas.openxmlformats.org/officeDocument/2006/relationships/image" Target="../media/image99.png"/><Relationship Id="rId6" Type="http://schemas.openxmlformats.org/officeDocument/2006/relationships/image" Target="../media/image10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8.png"/><Relationship Id="rId4" Type="http://schemas.openxmlformats.org/officeDocument/2006/relationships/image" Target="../media/image99.png"/><Relationship Id="rId5" Type="http://schemas.openxmlformats.org/officeDocument/2006/relationships/image" Target="../media/image103.png"/><Relationship Id="rId6" Type="http://schemas.openxmlformats.org/officeDocument/2006/relationships/image" Target="../media/image9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8.png"/><Relationship Id="rId4" Type="http://schemas.openxmlformats.org/officeDocument/2006/relationships/image" Target="../media/image104.png"/><Relationship Id="rId5" Type="http://schemas.openxmlformats.org/officeDocument/2006/relationships/image" Target="../media/image10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8.png"/><Relationship Id="rId4" Type="http://schemas.openxmlformats.org/officeDocument/2006/relationships/image" Target="../media/image104.png"/><Relationship Id="rId5" Type="http://schemas.openxmlformats.org/officeDocument/2006/relationships/image" Target="../media/image1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131.png"/><Relationship Id="rId5" Type="http://schemas.openxmlformats.org/officeDocument/2006/relationships/image" Target="../media/image110.png"/><Relationship Id="rId6" Type="http://schemas.openxmlformats.org/officeDocument/2006/relationships/image" Target="../media/image10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04.png"/><Relationship Id="rId7" Type="http://schemas.openxmlformats.org/officeDocument/2006/relationships/image" Target="../media/image1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8.png"/><Relationship Id="rId4" Type="http://schemas.openxmlformats.org/officeDocument/2006/relationships/image" Target="../media/image125.png"/><Relationship Id="rId5" Type="http://schemas.openxmlformats.org/officeDocument/2006/relationships/image" Target="../media/image123.png"/><Relationship Id="rId6" Type="http://schemas.openxmlformats.org/officeDocument/2006/relationships/image" Target="../media/image10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8.png"/><Relationship Id="rId4" Type="http://schemas.openxmlformats.org/officeDocument/2006/relationships/image" Target="../media/image52.png"/><Relationship Id="rId5" Type="http://schemas.openxmlformats.org/officeDocument/2006/relationships/image" Target="../media/image109.png"/><Relationship Id="rId6" Type="http://schemas.openxmlformats.org/officeDocument/2006/relationships/image" Target="../media/image1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8.png"/><Relationship Id="rId4" Type="http://schemas.openxmlformats.org/officeDocument/2006/relationships/image" Target="../media/image109.png"/><Relationship Id="rId5" Type="http://schemas.openxmlformats.org/officeDocument/2006/relationships/image" Target="../media/image115.png"/><Relationship Id="rId6" Type="http://schemas.openxmlformats.org/officeDocument/2006/relationships/image" Target="../media/image1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19.png"/><Relationship Id="rId4" Type="http://schemas.openxmlformats.org/officeDocument/2006/relationships/image" Target="../media/image18.png"/><Relationship Id="rId5" Type="http://schemas.openxmlformats.org/officeDocument/2006/relationships/image" Target="../media/image109.png"/><Relationship Id="rId6" Type="http://schemas.openxmlformats.org/officeDocument/2006/relationships/image" Target="../media/image1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8.png"/><Relationship Id="rId4" Type="http://schemas.openxmlformats.org/officeDocument/2006/relationships/image" Target="../media/image113.png"/><Relationship Id="rId5" Type="http://schemas.openxmlformats.org/officeDocument/2006/relationships/image" Target="../media/image1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8.png"/><Relationship Id="rId4" Type="http://schemas.openxmlformats.org/officeDocument/2006/relationships/image" Target="../media/image113.png"/><Relationship Id="rId5" Type="http://schemas.openxmlformats.org/officeDocument/2006/relationships/image" Target="../media/image1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8.png"/><Relationship Id="rId4" Type="http://schemas.openxmlformats.org/officeDocument/2006/relationships/image" Target="../media/image113.png"/><Relationship Id="rId5" Type="http://schemas.openxmlformats.org/officeDocument/2006/relationships/image" Target="../media/image1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8.png"/><Relationship Id="rId4" Type="http://schemas.openxmlformats.org/officeDocument/2006/relationships/image" Target="../media/image113.png"/><Relationship Id="rId5" Type="http://schemas.openxmlformats.org/officeDocument/2006/relationships/image" Target="../media/image130.png"/><Relationship Id="rId6" Type="http://schemas.openxmlformats.org/officeDocument/2006/relationships/image" Target="../media/image1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8.png"/><Relationship Id="rId4" Type="http://schemas.openxmlformats.org/officeDocument/2006/relationships/image" Target="../media/image137.png"/><Relationship Id="rId5" Type="http://schemas.openxmlformats.org/officeDocument/2006/relationships/image" Target="../media/image1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8.png"/><Relationship Id="rId4" Type="http://schemas.openxmlformats.org/officeDocument/2006/relationships/image" Target="../media/image52.png"/><Relationship Id="rId5" Type="http://schemas.openxmlformats.org/officeDocument/2006/relationships/image" Target="../media/image4.png"/><Relationship Id="rId6" Type="http://schemas.openxmlformats.org/officeDocument/2006/relationships/image" Target="../media/image140.png"/><Relationship Id="rId7" Type="http://schemas.openxmlformats.org/officeDocument/2006/relationships/image" Target="../media/image1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8.png"/><Relationship Id="rId4" Type="http://schemas.openxmlformats.org/officeDocument/2006/relationships/image" Target="../media/image141.png"/><Relationship Id="rId5" Type="http://schemas.openxmlformats.org/officeDocument/2006/relationships/image" Target="../media/image1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pn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32.png"/><Relationship Id="rId4"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10" Type="http://schemas.openxmlformats.org/officeDocument/2006/relationships/image" Target="../media/image20.png"/><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8.png"/><Relationship Id="rId4" Type="http://schemas.openxmlformats.org/officeDocument/2006/relationships/image" Target="../media/image16.png"/><Relationship Id="rId9"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8.png"/><Relationship Id="rId4" Type="http://schemas.openxmlformats.org/officeDocument/2006/relationships/image" Target="../media/image16.png"/><Relationship Id="rId9"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8.png"/><Relationship Id="rId4" Type="http://schemas.openxmlformats.org/officeDocument/2006/relationships/image" Target="../media/image16.png"/><Relationship Id="rId9"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8.png"/><Relationship Id="rId4" Type="http://schemas.openxmlformats.org/officeDocument/2006/relationships/image" Target="../media/image16.png"/><Relationship Id="rId9"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8.png"/><Relationship Id="rId4" Type="http://schemas.openxmlformats.org/officeDocument/2006/relationships/image" Target="../media/image16.png"/><Relationship Id="rId9"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13.png"/><Relationship Id="rId8" Type="http://schemas.openxmlformats.org/officeDocument/2006/relationships/image" Target="../media/image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pn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33.png"/><Relationship Id="rId4" Type="http://schemas.openxmlformats.org/officeDocument/2006/relationships/image" Target="../media/image139.png"/><Relationship Id="rId5" Type="http://schemas.openxmlformats.org/officeDocument/2006/relationships/image" Target="../media/image142.png"/><Relationship Id="rId6" Type="http://schemas.openxmlformats.org/officeDocument/2006/relationships/image" Target="../media/image135.png"/><Relationship Id="rId7" Type="http://schemas.openxmlformats.org/officeDocument/2006/relationships/image" Target="../media/image1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55" name="Google Shape;55;p13"/>
          <p:cNvPicPr preferRelativeResize="0"/>
          <p:nvPr/>
        </p:nvPicPr>
        <p:blipFill rotWithShape="1">
          <a:blip r:embed="rId4">
            <a:alphaModFix/>
          </a:blip>
          <a:srcRect b="0" l="0" r="0" t="0"/>
          <a:stretch/>
        </p:blipFill>
        <p:spPr>
          <a:xfrm>
            <a:off x="5724297" y="-417501"/>
            <a:ext cx="3881057" cy="4869628"/>
          </a:xfrm>
          <a:prstGeom prst="rect">
            <a:avLst/>
          </a:prstGeom>
          <a:noFill/>
          <a:ln>
            <a:noFill/>
          </a:ln>
        </p:spPr>
      </p:pic>
      <p:pic>
        <p:nvPicPr>
          <p:cNvPr id="56" name="Google Shape;56;p13"/>
          <p:cNvPicPr preferRelativeResize="0"/>
          <p:nvPr/>
        </p:nvPicPr>
        <p:blipFill rotWithShape="1">
          <a:blip r:embed="rId5">
            <a:alphaModFix/>
          </a:blip>
          <a:srcRect b="0" l="0" r="0" t="0"/>
          <a:stretch/>
        </p:blipFill>
        <p:spPr>
          <a:xfrm>
            <a:off x="6951858" y="4654041"/>
            <a:ext cx="2080137" cy="425034"/>
          </a:xfrm>
          <a:prstGeom prst="rect">
            <a:avLst/>
          </a:prstGeom>
          <a:noFill/>
          <a:ln>
            <a:noFill/>
          </a:ln>
        </p:spPr>
      </p:pic>
      <p:pic>
        <p:nvPicPr>
          <p:cNvPr id="57" name="Google Shape;57;p13"/>
          <p:cNvPicPr preferRelativeResize="0"/>
          <p:nvPr/>
        </p:nvPicPr>
        <p:blipFill rotWithShape="1">
          <a:blip r:embed="rId4">
            <a:alphaModFix/>
          </a:blip>
          <a:srcRect b="0" l="0" r="0" t="0"/>
          <a:stretch/>
        </p:blipFill>
        <p:spPr>
          <a:xfrm>
            <a:off x="46094" y="1516053"/>
            <a:ext cx="3881057" cy="4869628"/>
          </a:xfrm>
          <a:prstGeom prst="rect">
            <a:avLst/>
          </a:prstGeom>
          <a:noFill/>
          <a:ln>
            <a:noFill/>
          </a:ln>
        </p:spPr>
      </p:pic>
      <p:pic>
        <p:nvPicPr>
          <p:cNvPr id="58" name="Google Shape;58;p13"/>
          <p:cNvPicPr preferRelativeResize="0"/>
          <p:nvPr/>
        </p:nvPicPr>
        <p:blipFill rotWithShape="1">
          <a:blip r:embed="rId6">
            <a:alphaModFix/>
          </a:blip>
          <a:srcRect b="0" l="0" r="0" t="0"/>
          <a:stretch/>
        </p:blipFill>
        <p:spPr>
          <a:xfrm>
            <a:off x="222966" y="4757479"/>
            <a:ext cx="1038829" cy="294509"/>
          </a:xfrm>
          <a:prstGeom prst="rect">
            <a:avLst/>
          </a:prstGeom>
          <a:noFill/>
          <a:ln>
            <a:noFill/>
          </a:ln>
        </p:spPr>
      </p:pic>
      <p:grpSp>
        <p:nvGrpSpPr>
          <p:cNvPr id="59" name="Google Shape;59;p13"/>
          <p:cNvGrpSpPr/>
          <p:nvPr/>
        </p:nvGrpSpPr>
        <p:grpSpPr>
          <a:xfrm>
            <a:off x="937240" y="1218454"/>
            <a:ext cx="7268400" cy="2345400"/>
            <a:chOff x="937240" y="1218454"/>
            <a:chExt cx="7268400" cy="2345400"/>
          </a:xfrm>
        </p:grpSpPr>
        <p:sp>
          <p:nvSpPr>
            <p:cNvPr id="60" name="Google Shape;60;p13"/>
            <p:cNvSpPr txBox="1"/>
            <p:nvPr/>
          </p:nvSpPr>
          <p:spPr>
            <a:xfrm>
              <a:off x="937240" y="1218454"/>
              <a:ext cx="7268400" cy="23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4000">
                  <a:solidFill>
                    <a:srgbClr val="242A44"/>
                  </a:solidFill>
                  <a:latin typeface="Noto Sans KR"/>
                  <a:ea typeface="Noto Sans KR"/>
                  <a:cs typeface="Noto Sans KR"/>
                  <a:sym typeface="Noto Sans KR"/>
                </a:rPr>
                <a:t>B2B2C</a:t>
              </a:r>
              <a:endParaRPr sz="4000">
                <a:solidFill>
                  <a:srgbClr val="242A44"/>
                </a:solidFill>
                <a:latin typeface="Noto Sans KR"/>
                <a:ea typeface="Noto Sans KR"/>
                <a:cs typeface="Noto Sans KR"/>
                <a:sym typeface="Noto Sans KR"/>
              </a:endParaRPr>
            </a:p>
            <a:p>
              <a:pPr indent="0" lvl="0" marL="0" rtl="0" algn="ctr">
                <a:spcBef>
                  <a:spcPts val="0"/>
                </a:spcBef>
                <a:spcAft>
                  <a:spcPts val="0"/>
                </a:spcAft>
                <a:buNone/>
              </a:pPr>
              <a:r>
                <a:rPr b="1" lang="ko" sz="4600">
                  <a:solidFill>
                    <a:srgbClr val="F0660C"/>
                  </a:solidFill>
                  <a:latin typeface="Noto Sans KR"/>
                  <a:ea typeface="Noto Sans KR"/>
                  <a:cs typeface="Noto Sans KR"/>
                  <a:sym typeface="Noto Sans KR"/>
                </a:rPr>
                <a:t>JM ERP</a:t>
              </a:r>
              <a:r>
                <a:rPr b="1" lang="ko" sz="4600">
                  <a:solidFill>
                    <a:srgbClr val="242A44"/>
                  </a:solidFill>
                  <a:latin typeface="Noto Sans KR"/>
                  <a:ea typeface="Noto Sans KR"/>
                  <a:cs typeface="Noto Sans KR"/>
                  <a:sym typeface="Noto Sans KR"/>
                </a:rPr>
                <a:t> Solution</a:t>
              </a:r>
              <a:endParaRPr b="1" sz="4600">
                <a:solidFill>
                  <a:srgbClr val="242A44"/>
                </a:solidFill>
                <a:latin typeface="Noto Sans KR"/>
                <a:ea typeface="Noto Sans KR"/>
                <a:cs typeface="Noto Sans KR"/>
                <a:sym typeface="Noto Sans KR"/>
              </a:endParaRPr>
            </a:p>
          </p:txBody>
        </p:sp>
        <p:sp>
          <p:nvSpPr>
            <p:cNvPr id="61" name="Google Shape;61;p13"/>
            <p:cNvSpPr txBox="1"/>
            <p:nvPr/>
          </p:nvSpPr>
          <p:spPr>
            <a:xfrm>
              <a:off x="3094726" y="3025979"/>
              <a:ext cx="2953500" cy="38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a:solidFill>
                    <a:srgbClr val="242A44"/>
                  </a:solidFill>
                  <a:latin typeface="Noto Sans KR"/>
                  <a:ea typeface="Noto Sans KR"/>
                  <a:cs typeface="Noto Sans KR"/>
                  <a:sym typeface="Noto Sans KR"/>
                </a:rPr>
                <a:t>Jump to Moon Team Project</a:t>
              </a:r>
              <a:endParaRPr b="1">
                <a:solidFill>
                  <a:srgbClr val="242A44"/>
                </a:solidFill>
                <a:latin typeface="Noto Sans KR"/>
                <a:ea typeface="Noto Sans KR"/>
                <a:cs typeface="Noto Sans KR"/>
                <a:sym typeface="Noto Sans K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65" name="Shape 65"/>
        <p:cNvGrpSpPr/>
        <p:nvPr/>
      </p:nvGrpSpPr>
      <p:grpSpPr>
        <a:xfrm>
          <a:off x="0" y="0"/>
          <a:ext cx="0" cy="0"/>
          <a:chOff x="0" y="0"/>
          <a:chExt cx="0" cy="0"/>
        </a:xfrm>
      </p:grpSpPr>
      <p:pic>
        <p:nvPicPr>
          <p:cNvPr id="66" name="Google Shape;66;p14"/>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67" name="Google Shape;67;p14"/>
          <p:cNvPicPr preferRelativeResize="0"/>
          <p:nvPr/>
        </p:nvPicPr>
        <p:blipFill rotWithShape="1">
          <a:blip r:embed="rId4">
            <a:alphaModFix/>
          </a:blip>
          <a:srcRect b="0" l="0" r="0" t="0"/>
          <a:stretch/>
        </p:blipFill>
        <p:spPr>
          <a:xfrm>
            <a:off x="7379407" y="4725470"/>
            <a:ext cx="1954952" cy="317000"/>
          </a:xfrm>
          <a:prstGeom prst="rect">
            <a:avLst/>
          </a:prstGeom>
          <a:noFill/>
          <a:ln>
            <a:noFill/>
          </a:ln>
        </p:spPr>
      </p:pic>
      <p:sp>
        <p:nvSpPr>
          <p:cNvPr id="68" name="Google Shape;68;p14"/>
          <p:cNvSpPr txBox="1"/>
          <p:nvPr/>
        </p:nvSpPr>
        <p:spPr>
          <a:xfrm>
            <a:off x="575025" y="933925"/>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1. </a:t>
            </a:r>
            <a:r>
              <a:rPr b="1" lang="ko" sz="1600">
                <a:solidFill>
                  <a:srgbClr val="242A44"/>
                </a:solidFill>
                <a:latin typeface="Noto Sans KR"/>
                <a:ea typeface="Noto Sans KR"/>
                <a:cs typeface="Noto Sans KR"/>
                <a:sym typeface="Noto Sans KR"/>
              </a:rPr>
              <a:t>프로젝트 소개</a:t>
            </a:r>
            <a:endParaRPr b="1" sz="1600">
              <a:solidFill>
                <a:srgbClr val="242A44"/>
              </a:solidFill>
              <a:latin typeface="Noto Sans KR"/>
              <a:ea typeface="Noto Sans KR"/>
              <a:cs typeface="Noto Sans KR"/>
              <a:sym typeface="Noto Sans KR"/>
            </a:endParaRPr>
          </a:p>
        </p:txBody>
      </p:sp>
      <p:sp>
        <p:nvSpPr>
          <p:cNvPr id="69" name="Google Shape;69;p14"/>
          <p:cNvSpPr txBox="1"/>
          <p:nvPr/>
        </p:nvSpPr>
        <p:spPr>
          <a:xfrm>
            <a:off x="572388" y="1211299"/>
            <a:ext cx="3678000" cy="3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100">
                <a:solidFill>
                  <a:srgbClr val="242A44"/>
                </a:solidFill>
                <a:latin typeface="Noto Sans KR"/>
                <a:ea typeface="Noto Sans KR"/>
                <a:cs typeface="Noto Sans KR"/>
                <a:sym typeface="Noto Sans KR"/>
              </a:rPr>
              <a:t>팀 소개 / 개발 일정 / 개발 환경 / 기획 의도 </a:t>
            </a:r>
            <a:endParaRPr sz="1100">
              <a:solidFill>
                <a:srgbClr val="242A44"/>
              </a:solidFill>
              <a:latin typeface="Noto Sans KR"/>
              <a:ea typeface="Noto Sans KR"/>
              <a:cs typeface="Noto Sans KR"/>
              <a:sym typeface="Noto Sans KR"/>
            </a:endParaRPr>
          </a:p>
        </p:txBody>
      </p:sp>
      <p:sp>
        <p:nvSpPr>
          <p:cNvPr id="70" name="Google Shape;70;p14"/>
          <p:cNvSpPr txBox="1"/>
          <p:nvPr/>
        </p:nvSpPr>
        <p:spPr>
          <a:xfrm>
            <a:off x="575025" y="1619725"/>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2</a:t>
            </a:r>
            <a:r>
              <a:rPr b="1" lang="ko" sz="1600">
                <a:solidFill>
                  <a:srgbClr val="242A44"/>
                </a:solidFill>
                <a:latin typeface="Noto Sans KR"/>
                <a:ea typeface="Noto Sans KR"/>
                <a:cs typeface="Noto Sans KR"/>
                <a:sym typeface="Noto Sans KR"/>
              </a:rPr>
              <a:t>. 프로젝트 설계</a:t>
            </a:r>
            <a:endParaRPr b="1" sz="1600">
              <a:solidFill>
                <a:srgbClr val="242A44"/>
              </a:solidFill>
              <a:latin typeface="Noto Sans KR"/>
              <a:ea typeface="Noto Sans KR"/>
              <a:cs typeface="Noto Sans KR"/>
              <a:sym typeface="Noto Sans KR"/>
            </a:endParaRPr>
          </a:p>
        </p:txBody>
      </p:sp>
      <p:sp>
        <p:nvSpPr>
          <p:cNvPr id="71" name="Google Shape;71;p14"/>
          <p:cNvSpPr txBox="1"/>
          <p:nvPr/>
        </p:nvSpPr>
        <p:spPr>
          <a:xfrm>
            <a:off x="572405" y="1897100"/>
            <a:ext cx="5157900" cy="3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100">
                <a:solidFill>
                  <a:srgbClr val="242A44"/>
                </a:solidFill>
                <a:latin typeface="Noto Sans KR"/>
                <a:ea typeface="Noto Sans KR"/>
                <a:cs typeface="Noto Sans KR"/>
                <a:sym typeface="Noto Sans KR"/>
              </a:rPr>
              <a:t>요구사항 분석 / ERD / Flow-chart / 사전 데이터 수집 / 브랜치 관리 전략 </a:t>
            </a:r>
            <a:r>
              <a:rPr lang="ko" sz="1100">
                <a:solidFill>
                  <a:srgbClr val="242A44"/>
                </a:solidFill>
                <a:latin typeface="Noto Sans KR"/>
                <a:ea typeface="Noto Sans KR"/>
                <a:cs typeface="Noto Sans KR"/>
                <a:sym typeface="Noto Sans KR"/>
              </a:rPr>
              <a:t>/ 주요 기능</a:t>
            </a:r>
            <a:endParaRPr sz="1100">
              <a:solidFill>
                <a:srgbClr val="242A44"/>
              </a:solidFill>
              <a:latin typeface="Noto Sans KR"/>
              <a:ea typeface="Noto Sans KR"/>
              <a:cs typeface="Noto Sans KR"/>
              <a:sym typeface="Noto Sans KR"/>
            </a:endParaRPr>
          </a:p>
        </p:txBody>
      </p:sp>
      <p:sp>
        <p:nvSpPr>
          <p:cNvPr id="72" name="Google Shape;72;p14"/>
          <p:cNvSpPr txBox="1"/>
          <p:nvPr/>
        </p:nvSpPr>
        <p:spPr>
          <a:xfrm>
            <a:off x="575025" y="2381725"/>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73" name="Google Shape;73;p14"/>
          <p:cNvSpPr txBox="1"/>
          <p:nvPr/>
        </p:nvSpPr>
        <p:spPr>
          <a:xfrm>
            <a:off x="572405" y="2659100"/>
            <a:ext cx="5157900" cy="3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100">
                <a:solidFill>
                  <a:srgbClr val="242A44"/>
                </a:solidFill>
                <a:latin typeface="Noto Sans KR"/>
                <a:ea typeface="Noto Sans KR"/>
                <a:cs typeface="Noto Sans KR"/>
                <a:sym typeface="Noto Sans KR"/>
              </a:rPr>
              <a:t>세부 기능 소개</a:t>
            </a:r>
            <a:endParaRPr sz="1100">
              <a:solidFill>
                <a:srgbClr val="242A44"/>
              </a:solidFill>
              <a:latin typeface="Noto Sans KR"/>
              <a:ea typeface="Noto Sans KR"/>
              <a:cs typeface="Noto Sans KR"/>
              <a:sym typeface="Noto Sans KR"/>
            </a:endParaRPr>
          </a:p>
        </p:txBody>
      </p:sp>
      <p:sp>
        <p:nvSpPr>
          <p:cNvPr id="74" name="Google Shape;74;p14"/>
          <p:cNvSpPr txBox="1"/>
          <p:nvPr/>
        </p:nvSpPr>
        <p:spPr>
          <a:xfrm>
            <a:off x="575025" y="3143725"/>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4</a:t>
            </a:r>
            <a:r>
              <a:rPr b="1" lang="ko" sz="1600">
                <a:solidFill>
                  <a:srgbClr val="242A44"/>
                </a:solidFill>
                <a:latin typeface="Noto Sans KR"/>
                <a:ea typeface="Noto Sans KR"/>
                <a:cs typeface="Noto Sans KR"/>
                <a:sym typeface="Noto Sans KR"/>
              </a:rPr>
              <a:t>. 프로젝트 시연</a:t>
            </a:r>
            <a:endParaRPr b="1" sz="1600">
              <a:solidFill>
                <a:srgbClr val="242A44"/>
              </a:solidFill>
              <a:latin typeface="Noto Sans KR"/>
              <a:ea typeface="Noto Sans KR"/>
              <a:cs typeface="Noto Sans KR"/>
              <a:sym typeface="Noto Sans KR"/>
            </a:endParaRPr>
          </a:p>
        </p:txBody>
      </p:sp>
      <p:sp>
        <p:nvSpPr>
          <p:cNvPr id="75" name="Google Shape;75;p14"/>
          <p:cNvSpPr txBox="1"/>
          <p:nvPr/>
        </p:nvSpPr>
        <p:spPr>
          <a:xfrm>
            <a:off x="575025" y="3829525"/>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5</a:t>
            </a:r>
            <a:r>
              <a:rPr b="1" lang="ko" sz="1600">
                <a:solidFill>
                  <a:srgbClr val="242A44"/>
                </a:solidFill>
                <a:latin typeface="Noto Sans KR"/>
                <a:ea typeface="Noto Sans KR"/>
                <a:cs typeface="Noto Sans KR"/>
                <a:sym typeface="Noto Sans KR"/>
              </a:rPr>
              <a:t>. 프로젝트 후기</a:t>
            </a:r>
            <a:endParaRPr b="1" sz="1600">
              <a:solidFill>
                <a:srgbClr val="242A44"/>
              </a:solidFill>
              <a:latin typeface="Noto Sans KR"/>
              <a:ea typeface="Noto Sans KR"/>
              <a:cs typeface="Noto Sans KR"/>
              <a:sym typeface="Noto Sans KR"/>
            </a:endParaRPr>
          </a:p>
        </p:txBody>
      </p:sp>
      <p:sp>
        <p:nvSpPr>
          <p:cNvPr id="76" name="Google Shape;76;p14"/>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77" name="Google Shape;77;p14"/>
          <p:cNvSpPr txBox="1"/>
          <p:nvPr/>
        </p:nvSpPr>
        <p:spPr>
          <a:xfrm>
            <a:off x="299472" y="658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목차</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A44"/>
        </a:solidFill>
      </p:bgPr>
    </p:bg>
    <p:spTree>
      <p:nvGrpSpPr>
        <p:cNvPr id="81" name="Shape 81"/>
        <p:cNvGrpSpPr/>
        <p:nvPr/>
      </p:nvGrpSpPr>
      <p:grpSpPr>
        <a:xfrm>
          <a:off x="0" y="0"/>
          <a:ext cx="0" cy="0"/>
          <a:chOff x="0" y="0"/>
          <a:chExt cx="0" cy="0"/>
        </a:xfrm>
      </p:grpSpPr>
      <p:pic>
        <p:nvPicPr>
          <p:cNvPr id="82" name="Google Shape;82;p15"/>
          <p:cNvPicPr preferRelativeResize="0"/>
          <p:nvPr/>
        </p:nvPicPr>
        <p:blipFill rotWithShape="1">
          <a:blip r:embed="rId3">
            <a:alphaModFix/>
          </a:blip>
          <a:srcRect b="0" l="0" r="0" t="0"/>
          <a:stretch/>
        </p:blipFill>
        <p:spPr>
          <a:xfrm>
            <a:off x="0" y="0"/>
            <a:ext cx="9142858" cy="5142857"/>
          </a:xfrm>
          <a:prstGeom prst="rect">
            <a:avLst/>
          </a:prstGeom>
          <a:noFill/>
          <a:ln>
            <a:noFill/>
          </a:ln>
        </p:spPr>
      </p:pic>
      <p:pic>
        <p:nvPicPr>
          <p:cNvPr id="83" name="Google Shape;83;p15"/>
          <p:cNvPicPr preferRelativeResize="0"/>
          <p:nvPr/>
        </p:nvPicPr>
        <p:blipFill rotWithShape="1">
          <a:blip r:embed="rId4">
            <a:alphaModFix/>
          </a:blip>
          <a:srcRect b="0" l="0" r="0" t="0"/>
          <a:stretch/>
        </p:blipFill>
        <p:spPr>
          <a:xfrm>
            <a:off x="4443239" y="0"/>
            <a:ext cx="256379" cy="128256"/>
          </a:xfrm>
          <a:prstGeom prst="rect">
            <a:avLst/>
          </a:prstGeom>
          <a:noFill/>
          <a:ln>
            <a:noFill/>
          </a:ln>
        </p:spPr>
      </p:pic>
      <p:sp>
        <p:nvSpPr>
          <p:cNvPr id="84" name="Google Shape;84;p15"/>
          <p:cNvSpPr txBox="1"/>
          <p:nvPr/>
        </p:nvSpPr>
        <p:spPr>
          <a:xfrm>
            <a:off x="102550" y="4717666"/>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B7B7B7"/>
                </a:solidFill>
                <a:latin typeface="Noto Sans KR"/>
                <a:ea typeface="Noto Sans KR"/>
                <a:cs typeface="Noto Sans KR"/>
                <a:sym typeface="Noto Sans KR"/>
              </a:rPr>
              <a:t>소비자 중심 </a:t>
            </a:r>
            <a:r>
              <a:rPr b="1" lang="ko" sz="800">
                <a:solidFill>
                  <a:srgbClr val="B7B7B7"/>
                </a:solidFill>
                <a:latin typeface="Noto Sans KR"/>
                <a:ea typeface="Noto Sans KR"/>
                <a:cs typeface="Noto Sans KR"/>
                <a:sym typeface="Noto Sans KR"/>
              </a:rPr>
              <a:t>JM ERP Solution</a:t>
            </a:r>
            <a:endParaRPr b="1" sz="800">
              <a:solidFill>
                <a:srgbClr val="B7B7B7"/>
              </a:solidFill>
              <a:latin typeface="Noto Sans KR"/>
              <a:ea typeface="Noto Sans KR"/>
              <a:cs typeface="Noto Sans KR"/>
              <a:sym typeface="Noto Sans KR"/>
            </a:endParaRPr>
          </a:p>
        </p:txBody>
      </p:sp>
      <p:grpSp>
        <p:nvGrpSpPr>
          <p:cNvPr id="85" name="Google Shape;85;p15"/>
          <p:cNvGrpSpPr/>
          <p:nvPr/>
        </p:nvGrpSpPr>
        <p:grpSpPr>
          <a:xfrm>
            <a:off x="1278925" y="1908275"/>
            <a:ext cx="6585000" cy="1326300"/>
            <a:chOff x="1279500" y="2163900"/>
            <a:chExt cx="6585000" cy="1326300"/>
          </a:xfrm>
        </p:grpSpPr>
        <p:sp>
          <p:nvSpPr>
            <p:cNvPr id="86" name="Google Shape;86;p15"/>
            <p:cNvSpPr txBox="1"/>
            <p:nvPr/>
          </p:nvSpPr>
          <p:spPr>
            <a:xfrm>
              <a:off x="1342497" y="2163900"/>
              <a:ext cx="6459000" cy="81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4100">
                  <a:solidFill>
                    <a:srgbClr val="F0660C"/>
                  </a:solidFill>
                  <a:latin typeface="Noto Sans KR"/>
                  <a:ea typeface="Noto Sans KR"/>
                  <a:cs typeface="Noto Sans KR"/>
                  <a:sym typeface="Noto Sans KR"/>
                </a:rPr>
                <a:t>1. </a:t>
              </a:r>
              <a:r>
                <a:rPr b="1" lang="ko" sz="4100">
                  <a:solidFill>
                    <a:srgbClr val="F0660C"/>
                  </a:solidFill>
                  <a:latin typeface="Noto Sans KR"/>
                  <a:ea typeface="Noto Sans KR"/>
                  <a:cs typeface="Noto Sans KR"/>
                  <a:sym typeface="Noto Sans KR"/>
                </a:rPr>
                <a:t>프로젝트 소개</a:t>
              </a:r>
              <a:endParaRPr b="1" sz="4100">
                <a:solidFill>
                  <a:srgbClr val="F0660C"/>
                </a:solidFill>
                <a:latin typeface="Noto Sans KR"/>
                <a:ea typeface="Noto Sans KR"/>
                <a:cs typeface="Noto Sans KR"/>
                <a:sym typeface="Noto Sans KR"/>
              </a:endParaRPr>
            </a:p>
          </p:txBody>
        </p:sp>
        <p:sp>
          <p:nvSpPr>
            <p:cNvPr id="87" name="Google Shape;87;p15"/>
            <p:cNvSpPr txBox="1"/>
            <p:nvPr/>
          </p:nvSpPr>
          <p:spPr>
            <a:xfrm>
              <a:off x="1279500" y="2903400"/>
              <a:ext cx="6585000" cy="58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1500">
                  <a:solidFill>
                    <a:srgbClr val="F3F4F9"/>
                  </a:solidFill>
                </a:rPr>
                <a:t>팀 소개 / 개발 일정 / 개발 환경 / 기획 의도 </a:t>
              </a:r>
              <a:endParaRPr sz="1500">
                <a:solidFill>
                  <a:srgbClr val="F3F4F9"/>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91" name="Shape 91"/>
        <p:cNvGrpSpPr/>
        <p:nvPr/>
      </p:nvGrpSpPr>
      <p:grpSpPr>
        <a:xfrm>
          <a:off x="0" y="0"/>
          <a:ext cx="0" cy="0"/>
          <a:chOff x="0" y="0"/>
          <a:chExt cx="0" cy="0"/>
        </a:xfrm>
      </p:grpSpPr>
      <p:pic>
        <p:nvPicPr>
          <p:cNvPr id="92" name="Google Shape;92;p16"/>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93" name="Google Shape;93;p16"/>
          <p:cNvPicPr preferRelativeResize="0"/>
          <p:nvPr/>
        </p:nvPicPr>
        <p:blipFill>
          <a:blip r:embed="rId4">
            <a:alphaModFix/>
          </a:blip>
          <a:stretch>
            <a:fillRect/>
          </a:stretch>
        </p:blipFill>
        <p:spPr>
          <a:xfrm>
            <a:off x="5309112" y="1251426"/>
            <a:ext cx="3411779" cy="3407575"/>
          </a:xfrm>
          <a:prstGeom prst="rect">
            <a:avLst/>
          </a:prstGeom>
          <a:noFill/>
          <a:ln>
            <a:noFill/>
          </a:ln>
        </p:spPr>
      </p:pic>
      <p:sp>
        <p:nvSpPr>
          <p:cNvPr id="94" name="Google Shape;94;p16"/>
          <p:cNvSpPr txBox="1"/>
          <p:nvPr/>
        </p:nvSpPr>
        <p:spPr>
          <a:xfrm>
            <a:off x="1030075" y="1409400"/>
            <a:ext cx="3263100" cy="633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800">
                <a:solidFill>
                  <a:srgbClr val="1F497D"/>
                </a:solidFill>
              </a:rPr>
              <a:t>Jump to Moon Team</a:t>
            </a:r>
            <a:endParaRPr b="1" sz="1800">
              <a:solidFill>
                <a:srgbClr val="1F497D"/>
              </a:solidFill>
            </a:endParaRPr>
          </a:p>
        </p:txBody>
      </p:sp>
      <p:sp>
        <p:nvSpPr>
          <p:cNvPr id="95" name="Google Shape;95;p16"/>
          <p:cNvSpPr txBox="1"/>
          <p:nvPr/>
        </p:nvSpPr>
        <p:spPr>
          <a:xfrm>
            <a:off x="519925" y="1702475"/>
            <a:ext cx="4435800" cy="97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3000">
                <a:solidFill>
                  <a:srgbClr val="F0660C"/>
                </a:solidFill>
                <a:latin typeface="Noto Sans KR"/>
                <a:ea typeface="Noto Sans KR"/>
                <a:cs typeface="Noto Sans KR"/>
                <a:sym typeface="Noto Sans KR"/>
              </a:rPr>
              <a:t>“다양성 &amp; 커뮤니케이션”</a:t>
            </a:r>
            <a:endParaRPr b="1" sz="3000">
              <a:solidFill>
                <a:srgbClr val="F0660C"/>
              </a:solidFill>
              <a:latin typeface="Noto Sans KR"/>
              <a:ea typeface="Noto Sans KR"/>
              <a:cs typeface="Noto Sans KR"/>
              <a:sym typeface="Noto Sans KR"/>
            </a:endParaRPr>
          </a:p>
        </p:txBody>
      </p:sp>
      <p:sp>
        <p:nvSpPr>
          <p:cNvPr id="96" name="Google Shape;96;p16"/>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1. 프로젝트 소개</a:t>
            </a:r>
            <a:endParaRPr b="1" sz="1600">
              <a:solidFill>
                <a:srgbClr val="242A44"/>
              </a:solidFill>
              <a:latin typeface="Noto Sans KR"/>
              <a:ea typeface="Noto Sans KR"/>
              <a:cs typeface="Noto Sans KR"/>
              <a:sym typeface="Noto Sans KR"/>
            </a:endParaRPr>
          </a:p>
        </p:txBody>
      </p:sp>
      <p:sp>
        <p:nvSpPr>
          <p:cNvPr id="97" name="Google Shape;97;p16"/>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98" name="Google Shape;98;p16"/>
          <p:cNvSpPr txBox="1"/>
          <p:nvPr/>
        </p:nvSpPr>
        <p:spPr>
          <a:xfrm>
            <a:off x="542675" y="2487150"/>
            <a:ext cx="4766400" cy="142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600">
                <a:solidFill>
                  <a:srgbClr val="202124"/>
                </a:solidFill>
                <a:latin typeface="Noto Sans KR"/>
                <a:ea typeface="Noto Sans KR"/>
                <a:cs typeface="Noto Sans KR"/>
                <a:sym typeface="Noto Sans KR"/>
              </a:rPr>
              <a:t>💡  각자의 경험과 전문 지식 활용</a:t>
            </a:r>
            <a:endParaRPr sz="1600">
              <a:solidFill>
                <a:srgbClr val="202124"/>
              </a:solidFill>
              <a:latin typeface="Noto Sans KR"/>
              <a:ea typeface="Noto Sans KR"/>
              <a:cs typeface="Noto Sans KR"/>
              <a:sym typeface="Noto Sans KR"/>
            </a:endParaRPr>
          </a:p>
          <a:p>
            <a:pPr indent="0" lvl="0" marL="0" rtl="0" algn="l">
              <a:spcBef>
                <a:spcPts val="0"/>
              </a:spcBef>
              <a:spcAft>
                <a:spcPts val="0"/>
              </a:spcAft>
              <a:buNone/>
            </a:pPr>
            <a:r>
              <a:rPr lang="ko" sz="1600">
                <a:solidFill>
                  <a:srgbClr val="202124"/>
                </a:solidFill>
                <a:latin typeface="Noto Sans KR"/>
                <a:ea typeface="Noto Sans KR"/>
                <a:cs typeface="Noto Sans KR"/>
                <a:sym typeface="Noto Sans KR"/>
              </a:rPr>
              <a:t>💭  </a:t>
            </a:r>
            <a:r>
              <a:rPr lang="ko" sz="1600">
                <a:solidFill>
                  <a:srgbClr val="202124"/>
                </a:solidFill>
                <a:latin typeface="Noto Sans KR"/>
                <a:ea typeface="Noto Sans KR"/>
                <a:cs typeface="Noto Sans KR"/>
                <a:sym typeface="Noto Sans KR"/>
              </a:rPr>
              <a:t>빠르게 변화하는 기술환경에 관심</a:t>
            </a:r>
            <a:endParaRPr sz="1600">
              <a:solidFill>
                <a:srgbClr val="202124"/>
              </a:solidFill>
              <a:latin typeface="Noto Sans KR"/>
              <a:ea typeface="Noto Sans KR"/>
              <a:cs typeface="Noto Sans KR"/>
              <a:sym typeface="Noto Sans KR"/>
            </a:endParaRPr>
          </a:p>
          <a:p>
            <a:pPr indent="0" lvl="0" marL="0" rtl="0" algn="l">
              <a:spcBef>
                <a:spcPts val="0"/>
              </a:spcBef>
              <a:spcAft>
                <a:spcPts val="0"/>
              </a:spcAft>
              <a:buNone/>
            </a:pPr>
            <a:r>
              <a:rPr lang="ko" sz="1600">
                <a:solidFill>
                  <a:srgbClr val="202124"/>
                </a:solidFill>
                <a:latin typeface="Noto Sans KR"/>
                <a:ea typeface="Noto Sans KR"/>
                <a:cs typeface="Noto Sans KR"/>
                <a:sym typeface="Noto Sans KR"/>
              </a:rPr>
              <a:t>👍  오픈된 커뮤니케이션</a:t>
            </a:r>
            <a:endParaRPr sz="1600">
              <a:solidFill>
                <a:srgbClr val="202124"/>
              </a:solidFill>
              <a:latin typeface="Noto Sans KR"/>
              <a:ea typeface="Noto Sans KR"/>
              <a:cs typeface="Noto Sans KR"/>
              <a:sym typeface="Noto Sans KR"/>
            </a:endParaRPr>
          </a:p>
          <a:p>
            <a:pPr indent="0" lvl="0" marL="0" rtl="0" algn="l">
              <a:spcBef>
                <a:spcPts val="0"/>
              </a:spcBef>
              <a:spcAft>
                <a:spcPts val="0"/>
              </a:spcAft>
              <a:buNone/>
            </a:pPr>
            <a:r>
              <a:rPr lang="ko" sz="1600">
                <a:solidFill>
                  <a:srgbClr val="202124"/>
                </a:solidFill>
                <a:latin typeface="Noto Sans KR"/>
                <a:ea typeface="Noto Sans KR"/>
                <a:cs typeface="Noto Sans KR"/>
                <a:sym typeface="Noto Sans KR"/>
              </a:rPr>
              <a:t>🚀  </a:t>
            </a:r>
            <a:r>
              <a:rPr lang="ko" sz="1600">
                <a:solidFill>
                  <a:srgbClr val="202124"/>
                </a:solidFill>
                <a:latin typeface="Noto Sans KR"/>
                <a:ea typeface="Noto Sans KR"/>
                <a:cs typeface="Noto Sans KR"/>
                <a:sym typeface="Noto Sans KR"/>
              </a:rPr>
              <a:t>열심히 배워서 달나라까지 날아가자(?)는 의미로 </a:t>
            </a:r>
            <a:endParaRPr sz="1600">
              <a:solidFill>
                <a:srgbClr val="202124"/>
              </a:solidFill>
              <a:latin typeface="Noto Sans KR"/>
              <a:ea typeface="Noto Sans KR"/>
              <a:cs typeface="Noto Sans KR"/>
              <a:sym typeface="Noto Sans KR"/>
            </a:endParaRPr>
          </a:p>
          <a:p>
            <a:pPr indent="0" lvl="0" marL="0" rtl="0" algn="l">
              <a:spcBef>
                <a:spcPts val="0"/>
              </a:spcBef>
              <a:spcAft>
                <a:spcPts val="0"/>
              </a:spcAft>
              <a:buNone/>
            </a:pPr>
            <a:r>
              <a:rPr lang="ko" sz="1600">
                <a:solidFill>
                  <a:srgbClr val="202124"/>
                </a:solidFill>
                <a:latin typeface="Noto Sans KR"/>
                <a:ea typeface="Noto Sans KR"/>
                <a:cs typeface="Noto Sans KR"/>
                <a:sym typeface="Noto Sans KR"/>
              </a:rPr>
              <a:t>       팀장의 이름을 따 만든 팀 이름 “점프 투 문”</a:t>
            </a:r>
            <a:endParaRPr sz="1600">
              <a:solidFill>
                <a:srgbClr val="202124"/>
              </a:solidFill>
              <a:latin typeface="Noto Sans KR"/>
              <a:ea typeface="Noto Sans KR"/>
              <a:cs typeface="Noto Sans KR"/>
              <a:sym typeface="Noto Sans KR"/>
            </a:endParaRPr>
          </a:p>
        </p:txBody>
      </p:sp>
      <p:sp>
        <p:nvSpPr>
          <p:cNvPr id="99" name="Google Shape;99;p16"/>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팀 소개</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103" name="Shape 103"/>
        <p:cNvGrpSpPr/>
        <p:nvPr/>
      </p:nvGrpSpPr>
      <p:grpSpPr>
        <a:xfrm>
          <a:off x="0" y="0"/>
          <a:ext cx="0" cy="0"/>
          <a:chOff x="0" y="0"/>
          <a:chExt cx="0" cy="0"/>
        </a:xfrm>
      </p:grpSpPr>
      <p:pic>
        <p:nvPicPr>
          <p:cNvPr id="104" name="Google Shape;104;p17"/>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105" name="Google Shape;105;p17"/>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106" name="Google Shape;106;p17"/>
          <p:cNvSpPr/>
          <p:nvPr/>
        </p:nvSpPr>
        <p:spPr>
          <a:xfrm flipH="1" rot="-7304579">
            <a:off x="523048" y="2032485"/>
            <a:ext cx="548555" cy="902493"/>
          </a:xfrm>
          <a:prstGeom prst="triangle">
            <a:avLst>
              <a:gd fmla="val 50000" name="adj"/>
            </a:avLst>
          </a:prstGeom>
          <a:solidFill>
            <a:srgbClr val="242A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7"/>
          <p:cNvSpPr/>
          <p:nvPr/>
        </p:nvSpPr>
        <p:spPr>
          <a:xfrm flipH="1">
            <a:off x="375675" y="1322000"/>
            <a:ext cx="5245500" cy="1287900"/>
          </a:xfrm>
          <a:prstGeom prst="roundRect">
            <a:avLst>
              <a:gd fmla="val 16667" name="adj"/>
            </a:avLst>
          </a:prstGeom>
          <a:solidFill>
            <a:srgbClr val="242A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7"/>
          <p:cNvSpPr txBox="1"/>
          <p:nvPr/>
        </p:nvSpPr>
        <p:spPr>
          <a:xfrm>
            <a:off x="527204" y="1488800"/>
            <a:ext cx="4513800" cy="348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ko" sz="1600">
                <a:solidFill>
                  <a:schemeClr val="lt1"/>
                </a:solidFill>
                <a:latin typeface="Noto Sans KR"/>
                <a:ea typeface="Noto Sans KR"/>
                <a:cs typeface="Noto Sans KR"/>
                <a:sym typeface="Noto Sans KR"/>
              </a:rPr>
              <a:t>1</a:t>
            </a:r>
            <a:r>
              <a:rPr b="1" lang="ko" sz="1600">
                <a:solidFill>
                  <a:schemeClr val="lt1"/>
                </a:solidFill>
                <a:latin typeface="Noto Sans KR"/>
                <a:ea typeface="Noto Sans KR"/>
                <a:cs typeface="Noto Sans KR"/>
                <a:sym typeface="Noto Sans KR"/>
              </a:rPr>
              <a:t>. 핵심 팀원의 이탈</a:t>
            </a:r>
            <a:endParaRPr b="1" sz="1600">
              <a:solidFill>
                <a:schemeClr val="lt1"/>
              </a:solidFill>
              <a:latin typeface="Noto Sans KR"/>
              <a:ea typeface="Noto Sans KR"/>
              <a:cs typeface="Noto Sans KR"/>
              <a:sym typeface="Noto Sans KR"/>
            </a:endParaRPr>
          </a:p>
        </p:txBody>
      </p:sp>
      <p:sp>
        <p:nvSpPr>
          <p:cNvPr id="109" name="Google Shape;109;p17"/>
          <p:cNvSpPr/>
          <p:nvPr/>
        </p:nvSpPr>
        <p:spPr>
          <a:xfrm rot="7304579">
            <a:off x="8223622" y="3395385"/>
            <a:ext cx="548555" cy="902493"/>
          </a:xfrm>
          <a:prstGeom prst="triangle">
            <a:avLst>
              <a:gd fmla="val 50000" name="adj"/>
            </a:avLst>
          </a:prstGeom>
          <a:solidFill>
            <a:srgbClr val="242A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7"/>
          <p:cNvSpPr/>
          <p:nvPr/>
        </p:nvSpPr>
        <p:spPr>
          <a:xfrm>
            <a:off x="3674050" y="2709500"/>
            <a:ext cx="5245500" cy="1238700"/>
          </a:xfrm>
          <a:prstGeom prst="roundRect">
            <a:avLst>
              <a:gd fmla="val 16667" name="adj"/>
            </a:avLst>
          </a:prstGeom>
          <a:solidFill>
            <a:srgbClr val="242A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7"/>
          <p:cNvSpPr txBox="1"/>
          <p:nvPr/>
        </p:nvSpPr>
        <p:spPr>
          <a:xfrm>
            <a:off x="614675" y="1830200"/>
            <a:ext cx="3629100" cy="555300"/>
          </a:xfrm>
          <a:prstGeom prst="rect">
            <a:avLst/>
          </a:prstGeom>
          <a:noFill/>
          <a:ln>
            <a:noFill/>
          </a:ln>
        </p:spPr>
        <p:txBody>
          <a:bodyPr anchorCtr="0" anchor="ctr" bIns="91425" lIns="91425" spcFirstLastPara="1" rIns="91425" wrap="square" tIns="91425">
            <a:noAutofit/>
          </a:bodyPr>
          <a:lstStyle/>
          <a:p>
            <a:pPr indent="-298450" lvl="0" marL="457200" rtl="0" algn="l">
              <a:spcBef>
                <a:spcPts val="0"/>
              </a:spcBef>
              <a:spcAft>
                <a:spcPts val="0"/>
              </a:spcAft>
              <a:buClr>
                <a:schemeClr val="lt1"/>
              </a:buClr>
              <a:buSzPts val="1100"/>
              <a:buFont typeface="Noto Sans KR"/>
              <a:buChar char="●"/>
            </a:pPr>
            <a:r>
              <a:rPr lang="ko" sz="1100">
                <a:solidFill>
                  <a:schemeClr val="lt1"/>
                </a:solidFill>
                <a:latin typeface="Noto Sans KR"/>
                <a:ea typeface="Noto Sans KR"/>
                <a:cs typeface="Noto Sans KR"/>
                <a:sym typeface="Noto Sans KR"/>
              </a:rPr>
              <a:t>업무량 과다</a:t>
            </a:r>
            <a:endParaRPr sz="1100">
              <a:solidFill>
                <a:schemeClr val="lt1"/>
              </a:solidFill>
              <a:latin typeface="Noto Sans KR"/>
              <a:ea typeface="Noto Sans KR"/>
              <a:cs typeface="Noto Sans KR"/>
              <a:sym typeface="Noto Sans KR"/>
            </a:endParaRPr>
          </a:p>
          <a:p>
            <a:pPr indent="-298450" lvl="0" marL="457200" rtl="0" algn="l">
              <a:spcBef>
                <a:spcPts val="0"/>
              </a:spcBef>
              <a:spcAft>
                <a:spcPts val="0"/>
              </a:spcAft>
              <a:buClr>
                <a:schemeClr val="lt1"/>
              </a:buClr>
              <a:buSzPts val="1100"/>
              <a:buFont typeface="Noto Sans KR"/>
              <a:buChar char="●"/>
            </a:pPr>
            <a:r>
              <a:rPr lang="ko" sz="1100">
                <a:solidFill>
                  <a:schemeClr val="lt1"/>
                </a:solidFill>
                <a:latin typeface="Noto Sans KR"/>
                <a:ea typeface="Noto Sans KR"/>
                <a:cs typeface="Noto Sans KR"/>
                <a:sym typeface="Noto Sans KR"/>
              </a:rPr>
              <a:t>기능별 우선순위 결정 → 필수 기능부터 구현</a:t>
            </a:r>
            <a:endParaRPr sz="1100">
              <a:solidFill>
                <a:schemeClr val="lt1"/>
              </a:solidFill>
              <a:latin typeface="Noto Sans KR"/>
              <a:ea typeface="Noto Sans KR"/>
              <a:cs typeface="Noto Sans KR"/>
              <a:sym typeface="Noto Sans KR"/>
            </a:endParaRPr>
          </a:p>
        </p:txBody>
      </p:sp>
      <p:sp>
        <p:nvSpPr>
          <p:cNvPr id="112" name="Google Shape;112;p17"/>
          <p:cNvSpPr txBox="1"/>
          <p:nvPr/>
        </p:nvSpPr>
        <p:spPr>
          <a:xfrm>
            <a:off x="3828604" y="2880475"/>
            <a:ext cx="4513800" cy="348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ko" sz="1600">
                <a:solidFill>
                  <a:schemeClr val="lt1"/>
                </a:solidFill>
                <a:latin typeface="Noto Sans KR"/>
                <a:ea typeface="Noto Sans KR"/>
                <a:cs typeface="Noto Sans KR"/>
                <a:sym typeface="Noto Sans KR"/>
              </a:rPr>
              <a:t>2</a:t>
            </a:r>
            <a:r>
              <a:rPr b="1" lang="ko" sz="1600">
                <a:solidFill>
                  <a:schemeClr val="lt1"/>
                </a:solidFill>
                <a:latin typeface="Noto Sans KR"/>
                <a:ea typeface="Noto Sans KR"/>
                <a:cs typeface="Noto Sans KR"/>
                <a:sym typeface="Noto Sans KR"/>
              </a:rPr>
              <a:t>. “머지 충돌났어요!” … “데이터 날라갔는데요?”  </a:t>
            </a:r>
            <a:endParaRPr b="1" sz="1600">
              <a:solidFill>
                <a:schemeClr val="lt1"/>
              </a:solidFill>
              <a:latin typeface="Noto Sans KR"/>
              <a:ea typeface="Noto Sans KR"/>
              <a:cs typeface="Noto Sans KR"/>
              <a:sym typeface="Noto Sans KR"/>
            </a:endParaRPr>
          </a:p>
        </p:txBody>
      </p:sp>
      <p:sp>
        <p:nvSpPr>
          <p:cNvPr id="113" name="Google Shape;113;p17"/>
          <p:cNvSpPr txBox="1"/>
          <p:nvPr/>
        </p:nvSpPr>
        <p:spPr>
          <a:xfrm>
            <a:off x="3916075" y="3221875"/>
            <a:ext cx="4817100" cy="555300"/>
          </a:xfrm>
          <a:prstGeom prst="rect">
            <a:avLst/>
          </a:prstGeom>
          <a:noFill/>
          <a:ln>
            <a:noFill/>
          </a:ln>
        </p:spPr>
        <p:txBody>
          <a:bodyPr anchorCtr="0" anchor="ctr" bIns="91425" lIns="91425" spcFirstLastPara="1" rIns="91425" wrap="square" tIns="91425">
            <a:noAutofit/>
          </a:bodyPr>
          <a:lstStyle/>
          <a:p>
            <a:pPr indent="-298450" lvl="0" marL="457200" rtl="0" algn="l">
              <a:spcBef>
                <a:spcPts val="0"/>
              </a:spcBef>
              <a:spcAft>
                <a:spcPts val="0"/>
              </a:spcAft>
              <a:buClr>
                <a:schemeClr val="lt1"/>
              </a:buClr>
              <a:buSzPts val="1100"/>
              <a:buFont typeface="Noto Sans KR"/>
              <a:buChar char="●"/>
            </a:pPr>
            <a:r>
              <a:rPr lang="ko" sz="1100">
                <a:solidFill>
                  <a:schemeClr val="lt1"/>
                </a:solidFill>
                <a:latin typeface="Noto Sans KR"/>
                <a:ea typeface="Noto Sans KR"/>
                <a:cs typeface="Noto Sans KR"/>
                <a:sym typeface="Noto Sans KR"/>
              </a:rPr>
              <a:t>프로젝트 중후반 소통의 부재 → 깃허브 충돌 문제</a:t>
            </a:r>
            <a:endParaRPr sz="1100">
              <a:solidFill>
                <a:schemeClr val="lt1"/>
              </a:solidFill>
              <a:latin typeface="Noto Sans KR"/>
              <a:ea typeface="Noto Sans KR"/>
              <a:cs typeface="Noto Sans KR"/>
              <a:sym typeface="Noto Sans KR"/>
            </a:endParaRPr>
          </a:p>
          <a:p>
            <a:pPr indent="-298450" lvl="0" marL="457200" rtl="0" algn="l">
              <a:spcBef>
                <a:spcPts val="0"/>
              </a:spcBef>
              <a:spcAft>
                <a:spcPts val="0"/>
              </a:spcAft>
              <a:buClr>
                <a:schemeClr val="lt1"/>
              </a:buClr>
              <a:buSzPts val="1100"/>
              <a:buFont typeface="Noto Sans KR"/>
              <a:buChar char="●"/>
            </a:pPr>
            <a:r>
              <a:rPr lang="ko" sz="1100">
                <a:solidFill>
                  <a:schemeClr val="lt1"/>
                </a:solidFill>
                <a:latin typeface="Noto Sans KR"/>
                <a:ea typeface="Noto Sans KR"/>
                <a:cs typeface="Noto Sans KR"/>
                <a:sym typeface="Noto Sans KR"/>
              </a:rPr>
              <a:t>소통 방법 개선</a:t>
            </a:r>
            <a:endParaRPr sz="1100">
              <a:solidFill>
                <a:schemeClr val="lt1"/>
              </a:solidFill>
              <a:latin typeface="Noto Sans KR"/>
              <a:ea typeface="Noto Sans KR"/>
              <a:cs typeface="Noto Sans KR"/>
              <a:sym typeface="Noto Sans KR"/>
            </a:endParaRPr>
          </a:p>
        </p:txBody>
      </p:sp>
      <p:sp>
        <p:nvSpPr>
          <p:cNvPr id="114" name="Google Shape;114;p17"/>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1. 프로젝트 소개</a:t>
            </a:r>
            <a:endParaRPr b="1" sz="1600">
              <a:solidFill>
                <a:srgbClr val="242A44"/>
              </a:solidFill>
              <a:latin typeface="Noto Sans KR"/>
              <a:ea typeface="Noto Sans KR"/>
              <a:cs typeface="Noto Sans KR"/>
              <a:sym typeface="Noto Sans KR"/>
            </a:endParaRPr>
          </a:p>
        </p:txBody>
      </p:sp>
      <p:sp>
        <p:nvSpPr>
          <p:cNvPr id="115" name="Google Shape;115;p17"/>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프로젝트 이슈</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119" name="Shape 119"/>
        <p:cNvGrpSpPr/>
        <p:nvPr/>
      </p:nvGrpSpPr>
      <p:grpSpPr>
        <a:xfrm>
          <a:off x="0" y="0"/>
          <a:ext cx="0" cy="0"/>
          <a:chOff x="0" y="0"/>
          <a:chExt cx="0" cy="0"/>
        </a:xfrm>
      </p:grpSpPr>
      <p:sp>
        <p:nvSpPr>
          <p:cNvPr id="120" name="Google Shape;120;p18"/>
          <p:cNvSpPr/>
          <p:nvPr/>
        </p:nvSpPr>
        <p:spPr>
          <a:xfrm>
            <a:off x="3218522" y="1354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8"/>
          <p:cNvSpPr/>
          <p:nvPr/>
        </p:nvSpPr>
        <p:spPr>
          <a:xfrm>
            <a:off x="281150" y="1354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2" name="Google Shape;122;p18"/>
          <p:cNvPicPr preferRelativeResize="0"/>
          <p:nvPr/>
        </p:nvPicPr>
        <p:blipFill>
          <a:blip r:embed="rId3">
            <a:alphaModFix/>
          </a:blip>
          <a:stretch>
            <a:fillRect/>
          </a:stretch>
        </p:blipFill>
        <p:spPr>
          <a:xfrm>
            <a:off x="373800" y="1431400"/>
            <a:ext cx="1017300" cy="1063199"/>
          </a:xfrm>
          <a:prstGeom prst="rect">
            <a:avLst/>
          </a:prstGeom>
          <a:noFill/>
          <a:ln>
            <a:noFill/>
          </a:ln>
        </p:spPr>
      </p:pic>
      <p:pic>
        <p:nvPicPr>
          <p:cNvPr id="123" name="Google Shape;123;p18"/>
          <p:cNvPicPr preferRelativeResize="0"/>
          <p:nvPr/>
        </p:nvPicPr>
        <p:blipFill>
          <a:blip r:embed="rId4">
            <a:alphaModFix/>
          </a:blip>
          <a:stretch>
            <a:fillRect/>
          </a:stretch>
        </p:blipFill>
        <p:spPr>
          <a:xfrm>
            <a:off x="3226796" y="1373025"/>
            <a:ext cx="1179950" cy="1179950"/>
          </a:xfrm>
          <a:prstGeom prst="rect">
            <a:avLst/>
          </a:prstGeom>
          <a:noFill/>
          <a:ln>
            <a:noFill/>
          </a:ln>
        </p:spPr>
      </p:pic>
      <p:sp>
        <p:nvSpPr>
          <p:cNvPr id="124" name="Google Shape;124;p18"/>
          <p:cNvSpPr/>
          <p:nvPr/>
        </p:nvSpPr>
        <p:spPr>
          <a:xfrm>
            <a:off x="1770722" y="1354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18"/>
          <p:cNvSpPr/>
          <p:nvPr/>
        </p:nvSpPr>
        <p:spPr>
          <a:xfrm>
            <a:off x="4708095" y="1354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18"/>
          <p:cNvSpPr/>
          <p:nvPr/>
        </p:nvSpPr>
        <p:spPr>
          <a:xfrm>
            <a:off x="6196060" y="1354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18"/>
          <p:cNvSpPr/>
          <p:nvPr/>
        </p:nvSpPr>
        <p:spPr>
          <a:xfrm>
            <a:off x="7643860" y="1354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8"/>
          <p:cNvSpPr/>
          <p:nvPr/>
        </p:nvSpPr>
        <p:spPr>
          <a:xfrm>
            <a:off x="259078" y="2353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9" name="Google Shape;129;p18"/>
          <p:cNvPicPr preferRelativeResize="0"/>
          <p:nvPr/>
        </p:nvPicPr>
        <p:blipFill rotWithShape="1">
          <a:blip r:embed="rId5">
            <a:alphaModFix/>
          </a:blip>
          <a:srcRect b="0" l="0" r="0" t="0"/>
          <a:stretch/>
        </p:blipFill>
        <p:spPr>
          <a:xfrm>
            <a:off x="4443239" y="0"/>
            <a:ext cx="256379" cy="128256"/>
          </a:xfrm>
          <a:prstGeom prst="rect">
            <a:avLst/>
          </a:prstGeom>
          <a:noFill/>
          <a:ln>
            <a:noFill/>
          </a:ln>
        </p:spPr>
      </p:pic>
      <p:sp>
        <p:nvSpPr>
          <p:cNvPr id="130" name="Google Shape;130;p18"/>
          <p:cNvSpPr txBox="1"/>
          <p:nvPr/>
        </p:nvSpPr>
        <p:spPr>
          <a:xfrm>
            <a:off x="382216" y="2389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김예은</a:t>
            </a:r>
            <a:endParaRPr b="1" sz="1900">
              <a:solidFill>
                <a:srgbClr val="242A44"/>
              </a:solidFill>
              <a:latin typeface="Noto Sans KR"/>
              <a:ea typeface="Noto Sans KR"/>
              <a:cs typeface="Noto Sans KR"/>
              <a:sym typeface="Noto Sans KR"/>
            </a:endParaRPr>
          </a:p>
        </p:txBody>
      </p:sp>
      <p:sp>
        <p:nvSpPr>
          <p:cNvPr id="131" name="Google Shape;131;p18"/>
          <p:cNvSpPr txBox="1"/>
          <p:nvPr/>
        </p:nvSpPr>
        <p:spPr>
          <a:xfrm>
            <a:off x="382216" y="2583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sp>
        <p:nvSpPr>
          <p:cNvPr id="132" name="Google Shape;132;p18"/>
          <p:cNvSpPr txBox="1"/>
          <p:nvPr/>
        </p:nvSpPr>
        <p:spPr>
          <a:xfrm>
            <a:off x="60500" y="2984425"/>
            <a:ext cx="1674300" cy="18078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ko" sz="1200">
                <a:solidFill>
                  <a:schemeClr val="dk1"/>
                </a:solidFill>
                <a:latin typeface="Noto Sans KR"/>
                <a:ea typeface="Noto Sans KR"/>
                <a:cs typeface="Noto Sans KR"/>
                <a:sym typeface="Noto Sans KR"/>
              </a:rPr>
              <a:t>HR</a:t>
            </a:r>
            <a:endParaRPr b="1"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사원·부서관리</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근태·서류관리</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b="1" lang="ko" sz="1200">
                <a:solidFill>
                  <a:schemeClr val="dk1"/>
                </a:solidFill>
                <a:latin typeface="Noto Sans KR"/>
                <a:ea typeface="Noto Sans KR"/>
                <a:cs typeface="Noto Sans KR"/>
                <a:sym typeface="Noto Sans KR"/>
              </a:rPr>
              <a:t>마케팅</a:t>
            </a:r>
            <a:endParaRPr b="1"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상품 판매량 예측</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판매 데이터 분석</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고객관리·판매자관리</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None/>
            </a:pPr>
            <a:r>
              <a:rPr lang="ko" sz="1200">
                <a:solidFill>
                  <a:schemeClr val="dk1"/>
                </a:solidFill>
                <a:latin typeface="Noto Sans KR"/>
                <a:ea typeface="Noto Sans KR"/>
                <a:cs typeface="Noto Sans KR"/>
                <a:sym typeface="Noto Sans KR"/>
              </a:rPr>
              <a:t>NB·PB상품관리</a:t>
            </a:r>
            <a:endParaRPr b="1" sz="1100">
              <a:latin typeface="Noto Sans KR"/>
              <a:ea typeface="Noto Sans KR"/>
              <a:cs typeface="Noto Sans KR"/>
              <a:sym typeface="Noto Sans KR"/>
            </a:endParaRPr>
          </a:p>
        </p:txBody>
      </p:sp>
      <p:sp>
        <p:nvSpPr>
          <p:cNvPr id="133" name="Google Shape;133;p18"/>
          <p:cNvSpPr txBox="1"/>
          <p:nvPr/>
        </p:nvSpPr>
        <p:spPr>
          <a:xfrm>
            <a:off x="1623576" y="3058875"/>
            <a:ext cx="1500300" cy="1506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ko" sz="1200">
                <a:solidFill>
                  <a:schemeClr val="dk1"/>
                </a:solidFill>
                <a:latin typeface="Noto Sans KR"/>
                <a:ea typeface="Noto Sans KR"/>
                <a:cs typeface="Noto Sans KR"/>
                <a:sym typeface="Noto Sans KR"/>
              </a:rPr>
              <a:t>회계</a:t>
            </a:r>
            <a:endParaRPr b="1"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전표</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세금계산</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채권 · 채무</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원천징수</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b="1" lang="ko" sz="1200">
                <a:solidFill>
                  <a:schemeClr val="dk1"/>
                </a:solidFill>
                <a:latin typeface="Noto Sans KR"/>
                <a:ea typeface="Noto Sans KR"/>
                <a:cs typeface="Noto Sans KR"/>
                <a:sym typeface="Noto Sans KR"/>
              </a:rPr>
              <a:t>마케팅</a:t>
            </a:r>
            <a:endParaRPr b="1"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상품 판매량 예측</a:t>
            </a:r>
            <a:endParaRPr b="1" sz="1200">
              <a:solidFill>
                <a:schemeClr val="dk1"/>
              </a:solidFill>
              <a:latin typeface="Noto Sans KR"/>
              <a:ea typeface="Noto Sans KR"/>
              <a:cs typeface="Noto Sans KR"/>
              <a:sym typeface="Noto Sans KR"/>
            </a:endParaRPr>
          </a:p>
        </p:txBody>
      </p:sp>
      <p:sp>
        <p:nvSpPr>
          <p:cNvPr id="134" name="Google Shape;134;p18"/>
          <p:cNvSpPr/>
          <p:nvPr/>
        </p:nvSpPr>
        <p:spPr>
          <a:xfrm>
            <a:off x="3210824" y="2353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8"/>
          <p:cNvSpPr txBox="1"/>
          <p:nvPr/>
        </p:nvSpPr>
        <p:spPr>
          <a:xfrm>
            <a:off x="3333962" y="2389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문성빈</a:t>
            </a:r>
            <a:endParaRPr b="1" sz="1900">
              <a:solidFill>
                <a:srgbClr val="242A44"/>
              </a:solidFill>
              <a:latin typeface="Noto Sans KR"/>
              <a:ea typeface="Noto Sans KR"/>
              <a:cs typeface="Noto Sans KR"/>
              <a:sym typeface="Noto Sans KR"/>
            </a:endParaRPr>
          </a:p>
        </p:txBody>
      </p:sp>
      <p:sp>
        <p:nvSpPr>
          <p:cNvPr id="136" name="Google Shape;136;p18"/>
          <p:cNvSpPr txBox="1"/>
          <p:nvPr/>
        </p:nvSpPr>
        <p:spPr>
          <a:xfrm>
            <a:off x="3333962" y="2583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sp>
        <p:nvSpPr>
          <p:cNvPr id="137" name="Google Shape;137;p18"/>
          <p:cNvSpPr txBox="1"/>
          <p:nvPr/>
        </p:nvSpPr>
        <p:spPr>
          <a:xfrm>
            <a:off x="3249681" y="3058885"/>
            <a:ext cx="1199700" cy="1506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ko" sz="1200">
                <a:solidFill>
                  <a:schemeClr val="dk1"/>
                </a:solidFill>
                <a:latin typeface="Noto Sans KR"/>
                <a:ea typeface="Noto Sans KR"/>
                <a:cs typeface="Noto Sans KR"/>
                <a:sym typeface="Noto Sans KR"/>
              </a:rPr>
              <a:t>생산</a:t>
            </a:r>
            <a:endParaRPr b="1"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BOM</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작업지시서</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생산 · 입출</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품질검사</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b="1" lang="ko" sz="1200">
                <a:solidFill>
                  <a:schemeClr val="dk1"/>
                </a:solidFill>
                <a:latin typeface="Noto Sans KR"/>
                <a:ea typeface="Noto Sans KR"/>
                <a:cs typeface="Noto Sans KR"/>
                <a:sym typeface="Noto Sans KR"/>
              </a:rPr>
              <a:t>메인 페이지</a:t>
            </a:r>
            <a:endParaRPr b="1"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None/>
            </a:pPr>
            <a:r>
              <a:rPr b="1" lang="ko" sz="1200">
                <a:solidFill>
                  <a:schemeClr val="dk1"/>
                </a:solidFill>
                <a:latin typeface="Noto Sans KR"/>
                <a:ea typeface="Noto Sans KR"/>
                <a:cs typeface="Noto Sans KR"/>
                <a:sym typeface="Noto Sans KR"/>
              </a:rPr>
              <a:t>구현</a:t>
            </a:r>
            <a:endParaRPr b="1" sz="1100">
              <a:latin typeface="Noto Sans KR"/>
              <a:ea typeface="Noto Sans KR"/>
              <a:cs typeface="Noto Sans KR"/>
              <a:sym typeface="Noto Sans KR"/>
            </a:endParaRPr>
          </a:p>
        </p:txBody>
      </p:sp>
      <p:sp>
        <p:nvSpPr>
          <p:cNvPr id="138" name="Google Shape;138;p18"/>
          <p:cNvSpPr txBox="1"/>
          <p:nvPr/>
        </p:nvSpPr>
        <p:spPr>
          <a:xfrm>
            <a:off x="4654250" y="3058875"/>
            <a:ext cx="1342200" cy="1506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ko" sz="1200">
                <a:solidFill>
                  <a:schemeClr val="dk1"/>
                </a:solidFill>
                <a:latin typeface="Noto Sans KR"/>
                <a:ea typeface="Noto Sans KR"/>
                <a:cs typeface="Noto Sans KR"/>
                <a:sym typeface="Noto Sans KR"/>
              </a:rPr>
              <a:t>구매/</a:t>
            </a:r>
            <a:r>
              <a:rPr b="1" lang="ko" sz="1200">
                <a:solidFill>
                  <a:schemeClr val="dk1"/>
                </a:solidFill>
                <a:latin typeface="Noto Sans KR"/>
                <a:ea typeface="Noto Sans KR"/>
                <a:cs typeface="Noto Sans KR"/>
                <a:sym typeface="Noto Sans KR"/>
              </a:rPr>
              <a:t>재고</a:t>
            </a:r>
            <a:endParaRPr b="1"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거래처</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품목등록</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발주관리</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WMS</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b="1" lang="ko" sz="1200">
                <a:solidFill>
                  <a:schemeClr val="dk1"/>
                </a:solidFill>
                <a:latin typeface="Noto Sans KR"/>
                <a:ea typeface="Noto Sans KR"/>
                <a:cs typeface="Noto Sans KR"/>
                <a:sym typeface="Noto Sans KR"/>
              </a:rPr>
              <a:t>로그인/로그아웃</a:t>
            </a:r>
            <a:endParaRPr b="1"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None/>
            </a:pPr>
            <a:r>
              <a:rPr b="1" lang="ko" sz="1200">
                <a:solidFill>
                  <a:schemeClr val="dk1"/>
                </a:solidFill>
                <a:latin typeface="Noto Sans KR"/>
                <a:ea typeface="Noto Sans KR"/>
                <a:cs typeface="Noto Sans KR"/>
                <a:sym typeface="Noto Sans KR"/>
              </a:rPr>
              <a:t>보안</a:t>
            </a:r>
            <a:endParaRPr b="1" sz="1100">
              <a:latin typeface="Noto Sans KR"/>
              <a:ea typeface="Noto Sans KR"/>
              <a:cs typeface="Noto Sans KR"/>
              <a:sym typeface="Noto Sans KR"/>
            </a:endParaRPr>
          </a:p>
        </p:txBody>
      </p:sp>
      <p:sp>
        <p:nvSpPr>
          <p:cNvPr id="139" name="Google Shape;139;p18"/>
          <p:cNvSpPr/>
          <p:nvPr/>
        </p:nvSpPr>
        <p:spPr>
          <a:xfrm>
            <a:off x="6162570" y="2353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18"/>
          <p:cNvSpPr txBox="1"/>
          <p:nvPr/>
        </p:nvSpPr>
        <p:spPr>
          <a:xfrm>
            <a:off x="6285708" y="2389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박주성</a:t>
            </a:r>
            <a:endParaRPr b="1" sz="1900">
              <a:solidFill>
                <a:srgbClr val="242A44"/>
              </a:solidFill>
              <a:latin typeface="Noto Sans KR"/>
              <a:ea typeface="Noto Sans KR"/>
              <a:cs typeface="Noto Sans KR"/>
              <a:sym typeface="Noto Sans KR"/>
            </a:endParaRPr>
          </a:p>
        </p:txBody>
      </p:sp>
      <p:sp>
        <p:nvSpPr>
          <p:cNvPr id="141" name="Google Shape;141;p18"/>
          <p:cNvSpPr txBox="1"/>
          <p:nvPr/>
        </p:nvSpPr>
        <p:spPr>
          <a:xfrm>
            <a:off x="6285708" y="2583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Frontend</a:t>
            </a:r>
            <a:endParaRPr sz="900">
              <a:solidFill>
                <a:srgbClr val="242A44"/>
              </a:solidFill>
              <a:latin typeface="Noto Sans KR"/>
              <a:ea typeface="Noto Sans KR"/>
              <a:cs typeface="Noto Sans KR"/>
              <a:sym typeface="Noto Sans KR"/>
            </a:endParaRPr>
          </a:p>
        </p:txBody>
      </p:sp>
      <p:sp>
        <p:nvSpPr>
          <p:cNvPr id="142" name="Google Shape;142;p18"/>
          <p:cNvSpPr txBox="1"/>
          <p:nvPr/>
        </p:nvSpPr>
        <p:spPr>
          <a:xfrm>
            <a:off x="6130175" y="3058875"/>
            <a:ext cx="1342200" cy="1506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ko" sz="1200">
                <a:solidFill>
                  <a:schemeClr val="dk1"/>
                </a:solidFill>
                <a:latin typeface="Noto Sans KR"/>
                <a:ea typeface="Noto Sans KR"/>
                <a:cs typeface="Noto Sans KR"/>
                <a:sym typeface="Noto Sans KR"/>
              </a:rPr>
              <a:t>Main </a:t>
            </a:r>
            <a:endParaRPr b="1"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b="1" lang="ko" sz="1200">
                <a:solidFill>
                  <a:schemeClr val="dk1"/>
                </a:solidFill>
                <a:latin typeface="Noto Sans KR"/>
                <a:ea typeface="Noto Sans KR"/>
                <a:cs typeface="Noto Sans KR"/>
                <a:sym typeface="Noto Sans KR"/>
              </a:rPr>
              <a:t>Front – End</a:t>
            </a:r>
            <a:endParaRPr b="1"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nav bar</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side bar</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sign up</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favicon</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Clr>
                <a:schemeClr val="dk1"/>
              </a:buClr>
              <a:buSzPts val="1100"/>
              <a:buFont typeface="Arial"/>
              <a:buNone/>
            </a:pPr>
            <a:r>
              <a:rPr lang="ko" sz="1200">
                <a:solidFill>
                  <a:schemeClr val="dk1"/>
                </a:solidFill>
                <a:latin typeface="Noto Sans KR"/>
                <a:ea typeface="Noto Sans KR"/>
                <a:cs typeface="Noto Sans KR"/>
                <a:sym typeface="Noto Sans KR"/>
              </a:rPr>
              <a:t>etc..</a:t>
            </a:r>
            <a:endParaRPr sz="1200">
              <a:solidFill>
                <a:schemeClr val="dk1"/>
              </a:solidFill>
              <a:latin typeface="Noto Sans KR"/>
              <a:ea typeface="Noto Sans KR"/>
              <a:cs typeface="Noto Sans KR"/>
              <a:sym typeface="Noto Sans KR"/>
            </a:endParaRPr>
          </a:p>
          <a:p>
            <a:pPr indent="0" lvl="0" marL="0" rtl="0" algn="ctr">
              <a:lnSpc>
                <a:spcPct val="115000"/>
              </a:lnSpc>
              <a:spcBef>
                <a:spcPts val="0"/>
              </a:spcBef>
              <a:spcAft>
                <a:spcPts val="0"/>
              </a:spcAft>
              <a:buNone/>
            </a:pPr>
            <a:r>
              <a:t/>
            </a:r>
            <a:endParaRPr b="1" sz="1100">
              <a:latin typeface="Noto Sans KR"/>
              <a:ea typeface="Noto Sans KR"/>
              <a:cs typeface="Noto Sans KR"/>
              <a:sym typeface="Noto Sans KR"/>
            </a:endParaRPr>
          </a:p>
        </p:txBody>
      </p:sp>
      <p:sp>
        <p:nvSpPr>
          <p:cNvPr id="143" name="Google Shape;143;p18"/>
          <p:cNvSpPr txBox="1"/>
          <p:nvPr/>
        </p:nvSpPr>
        <p:spPr>
          <a:xfrm>
            <a:off x="7593225" y="3058875"/>
            <a:ext cx="1367700" cy="150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200">
                <a:solidFill>
                  <a:schemeClr val="dk1"/>
                </a:solidFill>
                <a:latin typeface="Noto Sans KR"/>
                <a:ea typeface="Noto Sans KR"/>
                <a:cs typeface="Noto Sans KR"/>
                <a:sym typeface="Noto Sans KR"/>
              </a:rPr>
              <a:t>CSS </a:t>
            </a:r>
            <a:endParaRPr b="1" sz="1200">
              <a:solidFill>
                <a:schemeClr val="dk1"/>
              </a:solidFill>
              <a:latin typeface="Noto Sans KR"/>
              <a:ea typeface="Noto Sans KR"/>
              <a:cs typeface="Noto Sans KR"/>
              <a:sym typeface="Noto Sans KR"/>
            </a:endParaRPr>
          </a:p>
          <a:p>
            <a:pPr indent="0" lvl="0" marL="0" rtl="0" algn="ctr">
              <a:spcBef>
                <a:spcPts val="0"/>
              </a:spcBef>
              <a:spcAft>
                <a:spcPts val="0"/>
              </a:spcAft>
              <a:buNone/>
            </a:pPr>
            <a:r>
              <a:rPr b="1" lang="ko" sz="1200">
                <a:solidFill>
                  <a:schemeClr val="dk1"/>
                </a:solidFill>
                <a:latin typeface="Noto Sans KR"/>
                <a:ea typeface="Noto Sans KR"/>
                <a:cs typeface="Noto Sans KR"/>
                <a:sym typeface="Noto Sans KR"/>
              </a:rPr>
              <a:t>수정 및 최종검토</a:t>
            </a:r>
            <a:endParaRPr b="1" sz="1200">
              <a:solidFill>
                <a:schemeClr val="dk1"/>
              </a:solidFill>
              <a:latin typeface="Noto Sans KR"/>
              <a:ea typeface="Noto Sans KR"/>
              <a:cs typeface="Noto Sans KR"/>
              <a:sym typeface="Noto Sans KR"/>
            </a:endParaRPr>
          </a:p>
        </p:txBody>
      </p:sp>
      <p:pic>
        <p:nvPicPr>
          <p:cNvPr id="144" name="Google Shape;144;p18"/>
          <p:cNvPicPr preferRelativeResize="0"/>
          <p:nvPr/>
        </p:nvPicPr>
        <p:blipFill>
          <a:blip r:embed="rId6">
            <a:alphaModFix/>
          </a:blip>
          <a:stretch>
            <a:fillRect/>
          </a:stretch>
        </p:blipFill>
        <p:spPr>
          <a:xfrm>
            <a:off x="4728363" y="1373025"/>
            <a:ext cx="1179950" cy="1179950"/>
          </a:xfrm>
          <a:prstGeom prst="rect">
            <a:avLst/>
          </a:prstGeom>
          <a:noFill/>
          <a:ln>
            <a:noFill/>
          </a:ln>
        </p:spPr>
      </p:pic>
      <p:pic>
        <p:nvPicPr>
          <p:cNvPr id="145" name="Google Shape;145;p18"/>
          <p:cNvPicPr preferRelativeResize="0"/>
          <p:nvPr/>
        </p:nvPicPr>
        <p:blipFill>
          <a:blip r:embed="rId7">
            <a:alphaModFix/>
          </a:blip>
          <a:stretch>
            <a:fillRect/>
          </a:stretch>
        </p:blipFill>
        <p:spPr>
          <a:xfrm>
            <a:off x="3583634" y="1212300"/>
            <a:ext cx="475650" cy="475650"/>
          </a:xfrm>
          <a:prstGeom prst="rect">
            <a:avLst/>
          </a:prstGeom>
          <a:noFill/>
          <a:ln>
            <a:noFill/>
          </a:ln>
        </p:spPr>
      </p:pic>
      <p:sp>
        <p:nvSpPr>
          <p:cNvPr id="146" name="Google Shape;146;p18"/>
          <p:cNvSpPr/>
          <p:nvPr/>
        </p:nvSpPr>
        <p:spPr>
          <a:xfrm>
            <a:off x="4686697" y="2353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18"/>
          <p:cNvSpPr txBox="1"/>
          <p:nvPr/>
        </p:nvSpPr>
        <p:spPr>
          <a:xfrm>
            <a:off x="4809835" y="2389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천준호</a:t>
            </a:r>
            <a:endParaRPr b="1" sz="1900">
              <a:solidFill>
                <a:srgbClr val="242A44"/>
              </a:solidFill>
              <a:latin typeface="Noto Sans KR"/>
              <a:ea typeface="Noto Sans KR"/>
              <a:cs typeface="Noto Sans KR"/>
              <a:sym typeface="Noto Sans KR"/>
            </a:endParaRPr>
          </a:p>
        </p:txBody>
      </p:sp>
      <p:sp>
        <p:nvSpPr>
          <p:cNvPr id="148" name="Google Shape;148;p18"/>
          <p:cNvSpPr txBox="1"/>
          <p:nvPr/>
        </p:nvSpPr>
        <p:spPr>
          <a:xfrm>
            <a:off x="4809835" y="2583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pic>
        <p:nvPicPr>
          <p:cNvPr id="149" name="Google Shape;149;p18"/>
          <p:cNvPicPr preferRelativeResize="0"/>
          <p:nvPr/>
        </p:nvPicPr>
        <p:blipFill rotWithShape="1">
          <a:blip r:embed="rId8">
            <a:alphaModFix/>
          </a:blip>
          <a:srcRect b="40803" l="6849" r="71638" t="36713"/>
          <a:stretch/>
        </p:blipFill>
        <p:spPr>
          <a:xfrm>
            <a:off x="6450425" y="1532061"/>
            <a:ext cx="769800" cy="804600"/>
          </a:xfrm>
          <a:prstGeom prst="chord">
            <a:avLst>
              <a:gd fmla="val 19556598" name="adj1"/>
              <a:gd fmla="val 16200000" name="adj2"/>
            </a:avLst>
          </a:prstGeom>
          <a:noFill/>
          <a:ln>
            <a:noFill/>
          </a:ln>
        </p:spPr>
      </p:pic>
      <p:pic>
        <p:nvPicPr>
          <p:cNvPr id="150" name="Google Shape;150;p18"/>
          <p:cNvPicPr preferRelativeResize="0"/>
          <p:nvPr/>
        </p:nvPicPr>
        <p:blipFill>
          <a:blip r:embed="rId9">
            <a:alphaModFix/>
          </a:blip>
          <a:stretch>
            <a:fillRect/>
          </a:stretch>
        </p:blipFill>
        <p:spPr>
          <a:xfrm>
            <a:off x="1745988" y="1363150"/>
            <a:ext cx="1199699" cy="1199699"/>
          </a:xfrm>
          <a:prstGeom prst="rect">
            <a:avLst/>
          </a:prstGeom>
          <a:noFill/>
          <a:ln>
            <a:noFill/>
          </a:ln>
        </p:spPr>
      </p:pic>
      <p:sp>
        <p:nvSpPr>
          <p:cNvPr id="151" name="Google Shape;151;p18"/>
          <p:cNvSpPr/>
          <p:nvPr/>
        </p:nvSpPr>
        <p:spPr>
          <a:xfrm>
            <a:off x="1734951" y="2353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8"/>
          <p:cNvSpPr txBox="1"/>
          <p:nvPr/>
        </p:nvSpPr>
        <p:spPr>
          <a:xfrm>
            <a:off x="1858089" y="2389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이동규</a:t>
            </a:r>
            <a:endParaRPr b="1" sz="1900">
              <a:solidFill>
                <a:srgbClr val="242A44"/>
              </a:solidFill>
              <a:latin typeface="Noto Sans KR"/>
              <a:ea typeface="Noto Sans KR"/>
              <a:cs typeface="Noto Sans KR"/>
              <a:sym typeface="Noto Sans KR"/>
            </a:endParaRPr>
          </a:p>
        </p:txBody>
      </p:sp>
      <p:sp>
        <p:nvSpPr>
          <p:cNvPr id="153" name="Google Shape;153;p18"/>
          <p:cNvSpPr txBox="1"/>
          <p:nvPr/>
        </p:nvSpPr>
        <p:spPr>
          <a:xfrm>
            <a:off x="1858089" y="2583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pic>
        <p:nvPicPr>
          <p:cNvPr id="154" name="Google Shape;154;p18"/>
          <p:cNvPicPr preferRelativeResize="0"/>
          <p:nvPr/>
        </p:nvPicPr>
        <p:blipFill rotWithShape="1">
          <a:blip r:embed="rId10">
            <a:alphaModFix/>
          </a:blip>
          <a:srcRect b="14432" l="19938" r="16032" t="9803"/>
          <a:stretch/>
        </p:blipFill>
        <p:spPr>
          <a:xfrm>
            <a:off x="7899250" y="1516075"/>
            <a:ext cx="700875" cy="829325"/>
          </a:xfrm>
          <a:prstGeom prst="rect">
            <a:avLst/>
          </a:prstGeom>
          <a:noFill/>
          <a:ln>
            <a:noFill/>
          </a:ln>
        </p:spPr>
      </p:pic>
      <p:sp>
        <p:nvSpPr>
          <p:cNvPr id="155" name="Google Shape;155;p18"/>
          <p:cNvSpPr/>
          <p:nvPr/>
        </p:nvSpPr>
        <p:spPr>
          <a:xfrm>
            <a:off x="7638443" y="2353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18"/>
          <p:cNvSpPr txBox="1"/>
          <p:nvPr/>
        </p:nvSpPr>
        <p:spPr>
          <a:xfrm>
            <a:off x="7761581" y="2389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서예성</a:t>
            </a:r>
            <a:endParaRPr b="1" sz="1900">
              <a:solidFill>
                <a:srgbClr val="242A44"/>
              </a:solidFill>
              <a:latin typeface="Noto Sans KR"/>
              <a:ea typeface="Noto Sans KR"/>
              <a:cs typeface="Noto Sans KR"/>
              <a:sym typeface="Noto Sans KR"/>
            </a:endParaRPr>
          </a:p>
        </p:txBody>
      </p:sp>
      <p:sp>
        <p:nvSpPr>
          <p:cNvPr id="157" name="Google Shape;157;p18"/>
          <p:cNvSpPr txBox="1"/>
          <p:nvPr/>
        </p:nvSpPr>
        <p:spPr>
          <a:xfrm>
            <a:off x="7761581" y="2583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Frontend</a:t>
            </a:r>
            <a:endParaRPr sz="900">
              <a:solidFill>
                <a:srgbClr val="242A44"/>
              </a:solidFill>
              <a:latin typeface="Noto Sans KR"/>
              <a:ea typeface="Noto Sans KR"/>
              <a:cs typeface="Noto Sans KR"/>
              <a:sym typeface="Noto Sans KR"/>
            </a:endParaRPr>
          </a:p>
        </p:txBody>
      </p:sp>
      <p:sp>
        <p:nvSpPr>
          <p:cNvPr id="158" name="Google Shape;158;p18"/>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1. 프로젝트 소개</a:t>
            </a:r>
            <a:endParaRPr b="1" sz="1600">
              <a:solidFill>
                <a:srgbClr val="242A44"/>
              </a:solidFill>
              <a:latin typeface="Noto Sans KR"/>
              <a:ea typeface="Noto Sans KR"/>
              <a:cs typeface="Noto Sans KR"/>
              <a:sym typeface="Noto Sans KR"/>
            </a:endParaRPr>
          </a:p>
        </p:txBody>
      </p:sp>
      <p:sp>
        <p:nvSpPr>
          <p:cNvPr id="159" name="Google Shape;159;p18"/>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팀 소개</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163" name="Shape 163"/>
        <p:cNvGrpSpPr/>
        <p:nvPr/>
      </p:nvGrpSpPr>
      <p:grpSpPr>
        <a:xfrm>
          <a:off x="0" y="0"/>
          <a:ext cx="0" cy="0"/>
          <a:chOff x="0" y="0"/>
          <a:chExt cx="0" cy="0"/>
        </a:xfrm>
      </p:grpSpPr>
      <p:sp>
        <p:nvSpPr>
          <p:cNvPr id="164" name="Google Shape;164;p19"/>
          <p:cNvSpPr/>
          <p:nvPr/>
        </p:nvSpPr>
        <p:spPr>
          <a:xfrm>
            <a:off x="1333375" y="2278075"/>
            <a:ext cx="1407000" cy="836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19"/>
          <p:cNvSpPr/>
          <p:nvPr/>
        </p:nvSpPr>
        <p:spPr>
          <a:xfrm>
            <a:off x="2821229" y="2278075"/>
            <a:ext cx="1407000" cy="836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19"/>
          <p:cNvSpPr/>
          <p:nvPr/>
        </p:nvSpPr>
        <p:spPr>
          <a:xfrm>
            <a:off x="2821229" y="3193788"/>
            <a:ext cx="1407000" cy="836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19"/>
          <p:cNvSpPr/>
          <p:nvPr/>
        </p:nvSpPr>
        <p:spPr>
          <a:xfrm>
            <a:off x="1333375" y="3193788"/>
            <a:ext cx="1407000" cy="836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8" name="Google Shape;168;p19"/>
          <p:cNvPicPr preferRelativeResize="0"/>
          <p:nvPr/>
        </p:nvPicPr>
        <p:blipFill rotWithShape="1">
          <a:blip r:embed="rId3">
            <a:alphaModFix amt="85000"/>
          </a:blip>
          <a:srcRect b="0" l="46411" r="3992" t="0"/>
          <a:stretch/>
        </p:blipFill>
        <p:spPr>
          <a:xfrm>
            <a:off x="5446075" y="0"/>
            <a:ext cx="3697924" cy="5143501"/>
          </a:xfrm>
          <a:prstGeom prst="rect">
            <a:avLst/>
          </a:prstGeom>
          <a:noFill/>
          <a:ln>
            <a:noFill/>
          </a:ln>
        </p:spPr>
      </p:pic>
      <p:pic>
        <p:nvPicPr>
          <p:cNvPr id="169" name="Google Shape;169;p19"/>
          <p:cNvPicPr preferRelativeResize="0"/>
          <p:nvPr/>
        </p:nvPicPr>
        <p:blipFill rotWithShape="1">
          <a:blip r:embed="rId4">
            <a:alphaModFix/>
          </a:blip>
          <a:srcRect b="0" l="0" r="0" t="0"/>
          <a:stretch/>
        </p:blipFill>
        <p:spPr>
          <a:xfrm>
            <a:off x="4443239" y="0"/>
            <a:ext cx="256379" cy="128256"/>
          </a:xfrm>
          <a:prstGeom prst="rect">
            <a:avLst/>
          </a:prstGeom>
          <a:noFill/>
          <a:ln>
            <a:noFill/>
          </a:ln>
        </p:spPr>
      </p:pic>
      <p:sp>
        <p:nvSpPr>
          <p:cNvPr id="170" name="Google Shape;170;p19"/>
          <p:cNvSpPr txBox="1"/>
          <p:nvPr/>
        </p:nvSpPr>
        <p:spPr>
          <a:xfrm>
            <a:off x="539025" y="796200"/>
            <a:ext cx="4829700" cy="75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ko" sz="1700">
                <a:solidFill>
                  <a:srgbClr val="202124"/>
                </a:solidFill>
                <a:latin typeface="Noto Sans KR"/>
                <a:ea typeface="Noto Sans KR"/>
                <a:cs typeface="Noto Sans KR"/>
                <a:sym typeface="Noto Sans KR"/>
              </a:rPr>
              <a:t>1) 전사적 자원 관리(</a:t>
            </a:r>
            <a:r>
              <a:rPr b="1" lang="ko">
                <a:solidFill>
                  <a:schemeClr val="dk1"/>
                </a:solidFill>
                <a:latin typeface="Noto Sans KR"/>
                <a:ea typeface="Noto Sans KR"/>
                <a:cs typeface="Noto Sans KR"/>
                <a:sym typeface="Noto Sans KR"/>
              </a:rPr>
              <a:t>Enterprise Resource Planning</a:t>
            </a:r>
            <a:r>
              <a:rPr b="1" lang="ko" sz="1700">
                <a:solidFill>
                  <a:srgbClr val="202124"/>
                </a:solidFill>
                <a:latin typeface="Noto Sans KR"/>
                <a:ea typeface="Noto Sans KR"/>
                <a:cs typeface="Noto Sans KR"/>
                <a:sym typeface="Noto Sans KR"/>
              </a:rPr>
              <a:t>)</a:t>
            </a:r>
            <a:endParaRPr b="1" sz="1700">
              <a:solidFill>
                <a:srgbClr val="202124"/>
              </a:solidFill>
              <a:latin typeface="Noto Sans KR"/>
              <a:ea typeface="Noto Sans KR"/>
              <a:cs typeface="Noto Sans KR"/>
              <a:sym typeface="Noto Sans KR"/>
            </a:endParaRPr>
          </a:p>
        </p:txBody>
      </p:sp>
      <p:sp>
        <p:nvSpPr>
          <p:cNvPr id="171" name="Google Shape;171;p19"/>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172" name="Google Shape;172;p19"/>
          <p:cNvSpPr txBox="1"/>
          <p:nvPr/>
        </p:nvSpPr>
        <p:spPr>
          <a:xfrm>
            <a:off x="566700" y="1350325"/>
            <a:ext cx="4650900" cy="8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600">
                <a:solidFill>
                  <a:srgbClr val="202124"/>
                </a:solidFill>
                <a:latin typeface="Noto Sans KR"/>
                <a:ea typeface="Noto Sans KR"/>
                <a:cs typeface="Noto Sans KR"/>
                <a:sym typeface="Noto Sans KR"/>
              </a:rPr>
              <a:t>비즈니스의 여러 부문에서 자동화와 프로세스를 지원</a:t>
            </a:r>
            <a:endParaRPr sz="1600">
              <a:solidFill>
                <a:srgbClr val="202124"/>
              </a:solidFill>
              <a:latin typeface="Noto Sans KR"/>
              <a:ea typeface="Noto Sans KR"/>
              <a:cs typeface="Noto Sans KR"/>
              <a:sym typeface="Noto Sans KR"/>
            </a:endParaRPr>
          </a:p>
          <a:p>
            <a:pPr indent="0" lvl="0" marL="0" rtl="0" algn="l">
              <a:spcBef>
                <a:spcPts val="0"/>
              </a:spcBef>
              <a:spcAft>
                <a:spcPts val="0"/>
              </a:spcAft>
              <a:buNone/>
            </a:pPr>
            <a:r>
              <a:rPr lang="ko" sz="1600">
                <a:solidFill>
                  <a:srgbClr val="202124"/>
                </a:solidFill>
                <a:latin typeface="Noto Sans KR"/>
                <a:ea typeface="Noto Sans KR"/>
                <a:cs typeface="Noto Sans KR"/>
                <a:sym typeface="Noto Sans KR"/>
              </a:rPr>
              <a:t>→ 운영 효율성을 높이도록 돕는 소프트웨어 시스템</a:t>
            </a:r>
            <a:endParaRPr sz="1600">
              <a:solidFill>
                <a:srgbClr val="202124"/>
              </a:solidFill>
              <a:latin typeface="Noto Sans KR"/>
              <a:ea typeface="Noto Sans KR"/>
              <a:cs typeface="Noto Sans KR"/>
              <a:sym typeface="Noto Sans KR"/>
            </a:endParaRPr>
          </a:p>
        </p:txBody>
      </p:sp>
      <p:pic>
        <p:nvPicPr>
          <p:cNvPr id="173" name="Google Shape;173;p19"/>
          <p:cNvPicPr preferRelativeResize="0"/>
          <p:nvPr/>
        </p:nvPicPr>
        <p:blipFill>
          <a:blip r:embed="rId5">
            <a:alphaModFix/>
          </a:blip>
          <a:stretch>
            <a:fillRect/>
          </a:stretch>
        </p:blipFill>
        <p:spPr>
          <a:xfrm>
            <a:off x="1573225" y="2495485"/>
            <a:ext cx="927300" cy="458804"/>
          </a:xfrm>
          <a:prstGeom prst="rect">
            <a:avLst/>
          </a:prstGeom>
          <a:noFill/>
          <a:ln>
            <a:noFill/>
          </a:ln>
        </p:spPr>
      </p:pic>
      <p:pic>
        <p:nvPicPr>
          <p:cNvPr id="174" name="Google Shape;174;p19"/>
          <p:cNvPicPr preferRelativeResize="0"/>
          <p:nvPr/>
        </p:nvPicPr>
        <p:blipFill>
          <a:blip r:embed="rId6">
            <a:alphaModFix/>
          </a:blip>
          <a:stretch>
            <a:fillRect/>
          </a:stretch>
        </p:blipFill>
        <p:spPr>
          <a:xfrm>
            <a:off x="2898562" y="3455528"/>
            <a:ext cx="1252349" cy="313244"/>
          </a:xfrm>
          <a:prstGeom prst="rect">
            <a:avLst/>
          </a:prstGeom>
          <a:noFill/>
          <a:ln>
            <a:noFill/>
          </a:ln>
        </p:spPr>
      </p:pic>
      <p:pic>
        <p:nvPicPr>
          <p:cNvPr id="175" name="Google Shape;175;p19"/>
          <p:cNvPicPr preferRelativeResize="0"/>
          <p:nvPr/>
        </p:nvPicPr>
        <p:blipFill>
          <a:blip r:embed="rId7">
            <a:alphaModFix/>
          </a:blip>
          <a:stretch>
            <a:fillRect/>
          </a:stretch>
        </p:blipFill>
        <p:spPr>
          <a:xfrm>
            <a:off x="2948373" y="2550424"/>
            <a:ext cx="1152727" cy="348900"/>
          </a:xfrm>
          <a:prstGeom prst="rect">
            <a:avLst/>
          </a:prstGeom>
          <a:noFill/>
          <a:ln>
            <a:noFill/>
          </a:ln>
        </p:spPr>
      </p:pic>
      <p:pic>
        <p:nvPicPr>
          <p:cNvPr id="176" name="Google Shape;176;p19"/>
          <p:cNvPicPr preferRelativeResize="0"/>
          <p:nvPr/>
        </p:nvPicPr>
        <p:blipFill rotWithShape="1">
          <a:blip r:embed="rId8">
            <a:alphaModFix/>
          </a:blip>
          <a:srcRect b="10815" l="15262" r="14404" t="11041"/>
          <a:stretch/>
        </p:blipFill>
        <p:spPr>
          <a:xfrm>
            <a:off x="1410706" y="3369550"/>
            <a:ext cx="1252340" cy="485200"/>
          </a:xfrm>
          <a:prstGeom prst="rect">
            <a:avLst/>
          </a:prstGeom>
          <a:noFill/>
          <a:ln>
            <a:noFill/>
          </a:ln>
        </p:spPr>
      </p:pic>
      <p:sp>
        <p:nvSpPr>
          <p:cNvPr id="177" name="Google Shape;177;p19"/>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1. 프로젝트 소개</a:t>
            </a:r>
            <a:endParaRPr b="1" sz="1600">
              <a:solidFill>
                <a:srgbClr val="242A44"/>
              </a:solidFill>
              <a:latin typeface="Noto Sans KR"/>
              <a:ea typeface="Noto Sans KR"/>
              <a:cs typeface="Noto Sans KR"/>
              <a:sym typeface="Noto Sans KR"/>
            </a:endParaRPr>
          </a:p>
        </p:txBody>
      </p:sp>
      <p:sp>
        <p:nvSpPr>
          <p:cNvPr id="178" name="Google Shape;178;p19"/>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ERP </a:t>
            </a:r>
            <a:r>
              <a:rPr b="1" lang="ko" sz="3500">
                <a:solidFill>
                  <a:srgbClr val="242A44"/>
                </a:solidFill>
                <a:latin typeface="Noto Sans KR"/>
                <a:ea typeface="Noto Sans KR"/>
                <a:cs typeface="Noto Sans KR"/>
                <a:sym typeface="Noto Sans KR"/>
              </a:rPr>
              <a:t>소개</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182" name="Shape 182"/>
        <p:cNvGrpSpPr/>
        <p:nvPr/>
      </p:nvGrpSpPr>
      <p:grpSpPr>
        <a:xfrm>
          <a:off x="0" y="0"/>
          <a:ext cx="0" cy="0"/>
          <a:chOff x="0" y="0"/>
          <a:chExt cx="0" cy="0"/>
        </a:xfrm>
      </p:grpSpPr>
      <p:pic>
        <p:nvPicPr>
          <p:cNvPr id="183" name="Google Shape;183;p20"/>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184" name="Google Shape;184;p20"/>
          <p:cNvSpPr txBox="1"/>
          <p:nvPr/>
        </p:nvSpPr>
        <p:spPr>
          <a:xfrm>
            <a:off x="539025" y="720000"/>
            <a:ext cx="3685500" cy="75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ko" sz="1700">
                <a:solidFill>
                  <a:srgbClr val="202124"/>
                </a:solidFill>
                <a:latin typeface="Noto Sans KR"/>
                <a:ea typeface="Noto Sans KR"/>
                <a:cs typeface="Noto Sans KR"/>
                <a:sym typeface="Noto Sans KR"/>
              </a:rPr>
              <a:t>2</a:t>
            </a:r>
            <a:r>
              <a:rPr b="1" lang="ko" sz="1700">
                <a:solidFill>
                  <a:srgbClr val="202124"/>
                </a:solidFill>
                <a:latin typeface="Noto Sans KR"/>
                <a:ea typeface="Noto Sans KR"/>
                <a:cs typeface="Noto Sans KR"/>
                <a:sym typeface="Noto Sans KR"/>
              </a:rPr>
              <a:t>) Benchmarking : </a:t>
            </a:r>
            <a:r>
              <a:rPr b="1" lang="ko" sz="1700">
                <a:solidFill>
                  <a:srgbClr val="CC0000"/>
                </a:solidFill>
                <a:latin typeface="Noto Sans KR"/>
                <a:ea typeface="Noto Sans KR"/>
                <a:cs typeface="Noto Sans KR"/>
                <a:sym typeface="Noto Sans KR"/>
              </a:rPr>
              <a:t>ECOUNT</a:t>
            </a:r>
            <a:endParaRPr b="1" sz="1700">
              <a:solidFill>
                <a:srgbClr val="CC0000"/>
              </a:solidFill>
              <a:latin typeface="Noto Sans KR"/>
              <a:ea typeface="Noto Sans KR"/>
              <a:cs typeface="Noto Sans KR"/>
              <a:sym typeface="Noto Sans KR"/>
            </a:endParaRPr>
          </a:p>
        </p:txBody>
      </p:sp>
      <p:sp>
        <p:nvSpPr>
          <p:cNvPr id="185" name="Google Shape;185;p20"/>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1. 프로젝트 소개</a:t>
            </a:r>
            <a:endParaRPr b="1" sz="1600">
              <a:solidFill>
                <a:srgbClr val="242A44"/>
              </a:solidFill>
              <a:latin typeface="Noto Sans KR"/>
              <a:ea typeface="Noto Sans KR"/>
              <a:cs typeface="Noto Sans KR"/>
              <a:sym typeface="Noto Sans KR"/>
            </a:endParaRPr>
          </a:p>
        </p:txBody>
      </p:sp>
      <p:sp>
        <p:nvSpPr>
          <p:cNvPr id="186" name="Google Shape;186;p20"/>
          <p:cNvSpPr txBox="1"/>
          <p:nvPr/>
        </p:nvSpPr>
        <p:spPr>
          <a:xfrm>
            <a:off x="147073" y="294475"/>
            <a:ext cx="2091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ERP</a:t>
            </a:r>
            <a:r>
              <a:rPr b="1" lang="ko" sz="3500">
                <a:solidFill>
                  <a:srgbClr val="242A44"/>
                </a:solidFill>
                <a:latin typeface="Noto Sans KR"/>
                <a:ea typeface="Noto Sans KR"/>
                <a:cs typeface="Noto Sans KR"/>
                <a:sym typeface="Noto Sans KR"/>
              </a:rPr>
              <a:t> 소개</a:t>
            </a:r>
            <a:endParaRPr b="1" sz="3500">
              <a:solidFill>
                <a:srgbClr val="242A44"/>
              </a:solidFill>
              <a:latin typeface="Noto Sans KR"/>
              <a:ea typeface="Noto Sans KR"/>
              <a:cs typeface="Noto Sans KR"/>
              <a:sym typeface="Noto Sans KR"/>
            </a:endParaRPr>
          </a:p>
        </p:txBody>
      </p:sp>
      <p:pic>
        <p:nvPicPr>
          <p:cNvPr id="187" name="Google Shape;187;p20"/>
          <p:cNvPicPr preferRelativeResize="0"/>
          <p:nvPr/>
        </p:nvPicPr>
        <p:blipFill rotWithShape="1">
          <a:blip r:embed="rId4">
            <a:alphaModFix/>
          </a:blip>
          <a:srcRect b="12063" l="31071" r="20250" t="43519"/>
          <a:stretch/>
        </p:blipFill>
        <p:spPr>
          <a:xfrm>
            <a:off x="1374675" y="1384800"/>
            <a:ext cx="6626323" cy="3401036"/>
          </a:xfrm>
          <a:prstGeom prst="rect">
            <a:avLst/>
          </a:prstGeom>
          <a:noFill/>
          <a:ln>
            <a:noFill/>
          </a:ln>
        </p:spPr>
      </p:pic>
      <p:sp>
        <p:nvSpPr>
          <p:cNvPr id="188" name="Google Shape;188;p20"/>
          <p:cNvSpPr/>
          <p:nvPr/>
        </p:nvSpPr>
        <p:spPr>
          <a:xfrm>
            <a:off x="1374675" y="1384800"/>
            <a:ext cx="6626100" cy="3401100"/>
          </a:xfrm>
          <a:prstGeom prst="roundRect">
            <a:avLst>
              <a:gd fmla="val 3282" name="adj"/>
            </a:avLst>
          </a:prstGeom>
          <a:noFill/>
          <a:ln cap="flat" cmpd="sng" w="19050">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192" name="Shape 192"/>
        <p:cNvGrpSpPr/>
        <p:nvPr/>
      </p:nvGrpSpPr>
      <p:grpSpPr>
        <a:xfrm>
          <a:off x="0" y="0"/>
          <a:ext cx="0" cy="0"/>
          <a:chOff x="0" y="0"/>
          <a:chExt cx="0" cy="0"/>
        </a:xfrm>
      </p:grpSpPr>
      <p:pic>
        <p:nvPicPr>
          <p:cNvPr id="193" name="Google Shape;193;p21"/>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194" name="Google Shape;194;p21"/>
          <p:cNvPicPr preferRelativeResize="0"/>
          <p:nvPr/>
        </p:nvPicPr>
        <p:blipFill>
          <a:blip r:embed="rId4">
            <a:alphaModFix/>
          </a:blip>
          <a:stretch>
            <a:fillRect/>
          </a:stretch>
        </p:blipFill>
        <p:spPr>
          <a:xfrm>
            <a:off x="436320" y="1197913"/>
            <a:ext cx="3302899" cy="1486025"/>
          </a:xfrm>
          <a:prstGeom prst="rect">
            <a:avLst/>
          </a:prstGeom>
          <a:noFill/>
          <a:ln>
            <a:noFill/>
          </a:ln>
        </p:spPr>
      </p:pic>
      <p:pic>
        <p:nvPicPr>
          <p:cNvPr id="195" name="Google Shape;195;p21"/>
          <p:cNvPicPr preferRelativeResize="0"/>
          <p:nvPr/>
        </p:nvPicPr>
        <p:blipFill>
          <a:blip r:embed="rId5">
            <a:alphaModFix/>
          </a:blip>
          <a:stretch>
            <a:fillRect/>
          </a:stretch>
        </p:blipFill>
        <p:spPr>
          <a:xfrm>
            <a:off x="3484825" y="2157413"/>
            <a:ext cx="5484889" cy="928544"/>
          </a:xfrm>
          <a:prstGeom prst="rect">
            <a:avLst/>
          </a:prstGeom>
          <a:noFill/>
          <a:ln>
            <a:noFill/>
          </a:ln>
        </p:spPr>
      </p:pic>
      <p:pic>
        <p:nvPicPr>
          <p:cNvPr id="196" name="Google Shape;196;p21"/>
          <p:cNvPicPr preferRelativeResize="0"/>
          <p:nvPr/>
        </p:nvPicPr>
        <p:blipFill>
          <a:blip r:embed="rId6">
            <a:alphaModFix/>
          </a:blip>
          <a:stretch>
            <a:fillRect/>
          </a:stretch>
        </p:blipFill>
        <p:spPr>
          <a:xfrm>
            <a:off x="717638" y="3139150"/>
            <a:ext cx="7324725" cy="971550"/>
          </a:xfrm>
          <a:prstGeom prst="rect">
            <a:avLst/>
          </a:prstGeom>
          <a:noFill/>
          <a:ln>
            <a:noFill/>
          </a:ln>
        </p:spPr>
      </p:pic>
      <p:sp>
        <p:nvSpPr>
          <p:cNvPr id="197" name="Google Shape;197;p21"/>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198" name="Google Shape;198;p21"/>
          <p:cNvSpPr txBox="1"/>
          <p:nvPr/>
        </p:nvSpPr>
        <p:spPr>
          <a:xfrm>
            <a:off x="5657000" y="4725475"/>
            <a:ext cx="3355500" cy="22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900">
                <a:solidFill>
                  <a:schemeClr val="dk2"/>
                </a:solidFill>
              </a:rPr>
              <a:t>출처 : 동아 - 조수호 기자 기사 발췌</a:t>
            </a:r>
            <a:endParaRPr sz="900">
              <a:solidFill>
                <a:schemeClr val="dk2"/>
              </a:solidFill>
            </a:endParaRPr>
          </a:p>
        </p:txBody>
      </p:sp>
      <p:cxnSp>
        <p:nvCxnSpPr>
          <p:cNvPr id="199" name="Google Shape;199;p21"/>
          <p:cNvCxnSpPr/>
          <p:nvPr/>
        </p:nvCxnSpPr>
        <p:spPr>
          <a:xfrm>
            <a:off x="551925" y="1751523"/>
            <a:ext cx="2955300" cy="0"/>
          </a:xfrm>
          <a:prstGeom prst="straightConnector1">
            <a:avLst/>
          </a:prstGeom>
          <a:noFill/>
          <a:ln cap="flat" cmpd="sng" w="19050">
            <a:solidFill>
              <a:srgbClr val="E84345"/>
            </a:solidFill>
            <a:prstDash val="solid"/>
            <a:round/>
            <a:headEnd len="med" w="med" type="none"/>
            <a:tailEnd len="med" w="med" type="none"/>
          </a:ln>
        </p:spPr>
      </p:cxnSp>
      <p:cxnSp>
        <p:nvCxnSpPr>
          <p:cNvPr id="200" name="Google Shape;200;p21"/>
          <p:cNvCxnSpPr/>
          <p:nvPr/>
        </p:nvCxnSpPr>
        <p:spPr>
          <a:xfrm>
            <a:off x="553112" y="1990420"/>
            <a:ext cx="1459800" cy="0"/>
          </a:xfrm>
          <a:prstGeom prst="straightConnector1">
            <a:avLst/>
          </a:prstGeom>
          <a:noFill/>
          <a:ln cap="flat" cmpd="sng" w="19050">
            <a:solidFill>
              <a:srgbClr val="E84345"/>
            </a:solidFill>
            <a:prstDash val="solid"/>
            <a:round/>
            <a:headEnd len="med" w="med" type="none"/>
            <a:tailEnd len="med" w="med" type="none"/>
          </a:ln>
        </p:spPr>
      </p:cxnSp>
      <p:cxnSp>
        <p:nvCxnSpPr>
          <p:cNvPr id="201" name="Google Shape;201;p21"/>
          <p:cNvCxnSpPr/>
          <p:nvPr/>
        </p:nvCxnSpPr>
        <p:spPr>
          <a:xfrm>
            <a:off x="7495379" y="3754448"/>
            <a:ext cx="427200" cy="0"/>
          </a:xfrm>
          <a:prstGeom prst="straightConnector1">
            <a:avLst/>
          </a:prstGeom>
          <a:noFill/>
          <a:ln cap="flat" cmpd="sng" w="19050">
            <a:solidFill>
              <a:srgbClr val="E84345"/>
            </a:solidFill>
            <a:prstDash val="solid"/>
            <a:round/>
            <a:headEnd len="med" w="med" type="none"/>
            <a:tailEnd len="med" w="med" type="none"/>
          </a:ln>
        </p:spPr>
      </p:cxnSp>
      <p:cxnSp>
        <p:nvCxnSpPr>
          <p:cNvPr id="202" name="Google Shape;202;p21"/>
          <p:cNvCxnSpPr/>
          <p:nvPr/>
        </p:nvCxnSpPr>
        <p:spPr>
          <a:xfrm>
            <a:off x="756650" y="4039302"/>
            <a:ext cx="3338100" cy="0"/>
          </a:xfrm>
          <a:prstGeom prst="straightConnector1">
            <a:avLst/>
          </a:prstGeom>
          <a:noFill/>
          <a:ln cap="flat" cmpd="sng" w="19050">
            <a:solidFill>
              <a:srgbClr val="E84345"/>
            </a:solidFill>
            <a:prstDash val="solid"/>
            <a:round/>
            <a:headEnd len="med" w="med" type="none"/>
            <a:tailEnd len="med" w="med" type="none"/>
          </a:ln>
        </p:spPr>
      </p:cxnSp>
      <p:cxnSp>
        <p:nvCxnSpPr>
          <p:cNvPr id="203" name="Google Shape;203;p21"/>
          <p:cNvCxnSpPr/>
          <p:nvPr/>
        </p:nvCxnSpPr>
        <p:spPr>
          <a:xfrm>
            <a:off x="7474719" y="2632823"/>
            <a:ext cx="1468800" cy="0"/>
          </a:xfrm>
          <a:prstGeom prst="straightConnector1">
            <a:avLst/>
          </a:prstGeom>
          <a:noFill/>
          <a:ln cap="flat" cmpd="sng" w="19050">
            <a:solidFill>
              <a:srgbClr val="E84345"/>
            </a:solidFill>
            <a:prstDash val="solid"/>
            <a:round/>
            <a:headEnd len="med" w="med" type="none"/>
            <a:tailEnd len="med" w="med" type="none"/>
          </a:ln>
        </p:spPr>
      </p:cxnSp>
      <p:cxnSp>
        <p:nvCxnSpPr>
          <p:cNvPr id="204" name="Google Shape;204;p21"/>
          <p:cNvCxnSpPr/>
          <p:nvPr/>
        </p:nvCxnSpPr>
        <p:spPr>
          <a:xfrm>
            <a:off x="3551850" y="2846471"/>
            <a:ext cx="3623100" cy="0"/>
          </a:xfrm>
          <a:prstGeom prst="straightConnector1">
            <a:avLst/>
          </a:prstGeom>
          <a:noFill/>
          <a:ln cap="flat" cmpd="sng" w="19050">
            <a:solidFill>
              <a:srgbClr val="E84345"/>
            </a:solidFill>
            <a:prstDash val="solid"/>
            <a:round/>
            <a:headEnd len="med" w="med" type="none"/>
            <a:tailEnd len="med" w="med" type="none"/>
          </a:ln>
        </p:spPr>
      </p:cxnSp>
      <p:sp>
        <p:nvSpPr>
          <p:cNvPr id="205" name="Google Shape;205;p21"/>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1. 프로젝트 소개</a:t>
            </a:r>
            <a:endParaRPr b="1" sz="1600">
              <a:solidFill>
                <a:srgbClr val="242A44"/>
              </a:solidFill>
              <a:latin typeface="Noto Sans KR"/>
              <a:ea typeface="Noto Sans KR"/>
              <a:cs typeface="Noto Sans KR"/>
              <a:sym typeface="Noto Sans KR"/>
            </a:endParaRPr>
          </a:p>
        </p:txBody>
      </p:sp>
      <p:sp>
        <p:nvSpPr>
          <p:cNvPr id="206" name="Google Shape;206;p21"/>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기획 의도</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210" name="Shape 210"/>
        <p:cNvGrpSpPr/>
        <p:nvPr/>
      </p:nvGrpSpPr>
      <p:grpSpPr>
        <a:xfrm>
          <a:off x="0" y="0"/>
          <a:ext cx="0" cy="0"/>
          <a:chOff x="0" y="0"/>
          <a:chExt cx="0" cy="0"/>
        </a:xfrm>
      </p:grpSpPr>
      <p:pic>
        <p:nvPicPr>
          <p:cNvPr id="211" name="Google Shape;211;p22"/>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212" name="Google Shape;212;p22"/>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213" name="Google Shape;213;p22"/>
          <p:cNvSpPr txBox="1"/>
          <p:nvPr/>
        </p:nvSpPr>
        <p:spPr>
          <a:xfrm>
            <a:off x="3547298" y="3430992"/>
            <a:ext cx="1998000" cy="113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3000">
                <a:solidFill>
                  <a:srgbClr val="F0660C"/>
                </a:solidFill>
                <a:latin typeface="Noto Sans KR"/>
                <a:ea typeface="Noto Sans KR"/>
                <a:cs typeface="Noto Sans KR"/>
                <a:sym typeface="Noto Sans KR"/>
              </a:rPr>
              <a:t>JM ERP</a:t>
            </a:r>
            <a:endParaRPr b="1" sz="3000">
              <a:solidFill>
                <a:srgbClr val="F0660C"/>
              </a:solidFill>
              <a:latin typeface="Noto Sans KR"/>
              <a:ea typeface="Noto Sans KR"/>
              <a:cs typeface="Noto Sans KR"/>
              <a:sym typeface="Noto Sans KR"/>
            </a:endParaRPr>
          </a:p>
        </p:txBody>
      </p:sp>
      <p:sp>
        <p:nvSpPr>
          <p:cNvPr id="214" name="Google Shape;214;p22"/>
          <p:cNvSpPr/>
          <p:nvPr/>
        </p:nvSpPr>
        <p:spPr>
          <a:xfrm>
            <a:off x="3291897" y="2781263"/>
            <a:ext cx="2508600" cy="2602200"/>
          </a:xfrm>
          <a:prstGeom prst="arc">
            <a:avLst>
              <a:gd fmla="val 10791858" name="adj1"/>
              <a:gd fmla="val 0" name="adj2"/>
            </a:avLst>
          </a:prstGeom>
          <a:noFill/>
          <a:ln cap="flat" cmpd="sng" w="19050">
            <a:solidFill>
              <a:srgbClr val="001B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2"/>
          <p:cNvSpPr/>
          <p:nvPr/>
        </p:nvSpPr>
        <p:spPr>
          <a:xfrm>
            <a:off x="3165787" y="3229396"/>
            <a:ext cx="491100" cy="509400"/>
          </a:xfrm>
          <a:prstGeom prst="ellipse">
            <a:avLst/>
          </a:prstGeom>
          <a:solidFill>
            <a:srgbClr val="F3F4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2"/>
          <p:cNvSpPr/>
          <p:nvPr/>
        </p:nvSpPr>
        <p:spPr>
          <a:xfrm>
            <a:off x="5485998" y="3229399"/>
            <a:ext cx="491100" cy="509400"/>
          </a:xfrm>
          <a:prstGeom prst="ellipse">
            <a:avLst/>
          </a:prstGeom>
          <a:solidFill>
            <a:srgbClr val="F3F4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22"/>
          <p:cNvSpPr/>
          <p:nvPr/>
        </p:nvSpPr>
        <p:spPr>
          <a:xfrm>
            <a:off x="4300670" y="2526592"/>
            <a:ext cx="491100" cy="509400"/>
          </a:xfrm>
          <a:prstGeom prst="ellipse">
            <a:avLst/>
          </a:prstGeom>
          <a:solidFill>
            <a:srgbClr val="F3F4F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8" name="Google Shape;218;p22"/>
          <p:cNvPicPr preferRelativeResize="0"/>
          <p:nvPr/>
        </p:nvPicPr>
        <p:blipFill>
          <a:blip r:embed="rId4">
            <a:alphaModFix/>
          </a:blip>
          <a:stretch>
            <a:fillRect/>
          </a:stretch>
        </p:blipFill>
        <p:spPr>
          <a:xfrm>
            <a:off x="3234879" y="3307558"/>
            <a:ext cx="353021" cy="353021"/>
          </a:xfrm>
          <a:prstGeom prst="rect">
            <a:avLst/>
          </a:prstGeom>
          <a:noFill/>
          <a:ln>
            <a:noFill/>
          </a:ln>
        </p:spPr>
      </p:pic>
      <p:pic>
        <p:nvPicPr>
          <p:cNvPr id="219" name="Google Shape;219;p22"/>
          <p:cNvPicPr preferRelativeResize="0"/>
          <p:nvPr/>
        </p:nvPicPr>
        <p:blipFill>
          <a:blip r:embed="rId5">
            <a:alphaModFix/>
          </a:blip>
          <a:stretch>
            <a:fillRect/>
          </a:stretch>
        </p:blipFill>
        <p:spPr>
          <a:xfrm>
            <a:off x="5555075" y="3317382"/>
            <a:ext cx="353021" cy="353021"/>
          </a:xfrm>
          <a:prstGeom prst="rect">
            <a:avLst/>
          </a:prstGeom>
          <a:noFill/>
          <a:ln>
            <a:noFill/>
          </a:ln>
        </p:spPr>
      </p:pic>
      <p:pic>
        <p:nvPicPr>
          <p:cNvPr id="220" name="Google Shape;220;p22"/>
          <p:cNvPicPr preferRelativeResize="0"/>
          <p:nvPr/>
        </p:nvPicPr>
        <p:blipFill>
          <a:blip r:embed="rId6">
            <a:alphaModFix/>
          </a:blip>
          <a:stretch>
            <a:fillRect/>
          </a:stretch>
        </p:blipFill>
        <p:spPr>
          <a:xfrm>
            <a:off x="4369091" y="2547490"/>
            <a:ext cx="353021" cy="353021"/>
          </a:xfrm>
          <a:prstGeom prst="rect">
            <a:avLst/>
          </a:prstGeom>
          <a:noFill/>
          <a:ln>
            <a:noFill/>
          </a:ln>
        </p:spPr>
      </p:pic>
      <p:grpSp>
        <p:nvGrpSpPr>
          <p:cNvPr id="221" name="Google Shape;221;p22"/>
          <p:cNvGrpSpPr/>
          <p:nvPr/>
        </p:nvGrpSpPr>
        <p:grpSpPr>
          <a:xfrm>
            <a:off x="200477" y="2816014"/>
            <a:ext cx="2811375" cy="734567"/>
            <a:chOff x="2192498" y="4008473"/>
            <a:chExt cx="2811375" cy="919128"/>
          </a:xfrm>
        </p:grpSpPr>
        <p:grpSp>
          <p:nvGrpSpPr>
            <p:cNvPr id="222" name="Google Shape;222;p22"/>
            <p:cNvGrpSpPr/>
            <p:nvPr/>
          </p:nvGrpSpPr>
          <p:grpSpPr>
            <a:xfrm>
              <a:off x="2192498" y="4008473"/>
              <a:ext cx="2811375" cy="919128"/>
              <a:chOff x="321438" y="1739404"/>
              <a:chExt cx="8256607" cy="2145489"/>
            </a:xfrm>
          </p:grpSpPr>
          <p:pic>
            <p:nvPicPr>
              <p:cNvPr id="223" name="Google Shape;223;p22"/>
              <p:cNvPicPr preferRelativeResize="0"/>
              <p:nvPr/>
            </p:nvPicPr>
            <p:blipFill rotWithShape="1">
              <a:blip r:embed="rId7">
                <a:alphaModFix/>
              </a:blip>
              <a:srcRect b="21158" l="21158" r="21158" t="21158"/>
              <a:stretch/>
            </p:blipFill>
            <p:spPr>
              <a:xfrm>
                <a:off x="321438" y="1739404"/>
                <a:ext cx="8256607" cy="2145489"/>
              </a:xfrm>
              <a:prstGeom prst="rect">
                <a:avLst/>
              </a:prstGeom>
              <a:noFill/>
              <a:ln>
                <a:noFill/>
              </a:ln>
            </p:spPr>
          </p:pic>
          <p:pic>
            <p:nvPicPr>
              <p:cNvPr id="224" name="Google Shape;224;p22"/>
              <p:cNvPicPr preferRelativeResize="0"/>
              <p:nvPr/>
            </p:nvPicPr>
            <p:blipFill rotWithShape="1">
              <a:blip r:embed="rId8">
                <a:alphaModFix/>
              </a:blip>
              <a:srcRect b="0" l="0" r="0" t="0"/>
              <a:stretch/>
            </p:blipFill>
            <p:spPr>
              <a:xfrm>
                <a:off x="810680" y="1821615"/>
                <a:ext cx="7156726" cy="1859680"/>
              </a:xfrm>
              <a:prstGeom prst="rect">
                <a:avLst/>
              </a:prstGeom>
              <a:noFill/>
              <a:ln>
                <a:noFill/>
              </a:ln>
            </p:spPr>
          </p:pic>
        </p:grpSp>
        <p:sp>
          <p:nvSpPr>
            <p:cNvPr id="225" name="Google Shape;225;p22"/>
            <p:cNvSpPr txBox="1"/>
            <p:nvPr/>
          </p:nvSpPr>
          <p:spPr>
            <a:xfrm>
              <a:off x="2381101" y="4393065"/>
              <a:ext cx="2500200" cy="34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1000">
                  <a:solidFill>
                    <a:srgbClr val="242A44"/>
                  </a:solidFill>
                  <a:latin typeface="Noto Sans KR"/>
                  <a:ea typeface="Noto Sans KR"/>
                  <a:cs typeface="Noto Sans KR"/>
                  <a:sym typeface="Noto Sans KR"/>
                </a:rPr>
                <a:t>고객 관리, 상품 판매 예측 등</a:t>
              </a:r>
              <a:endParaRPr sz="1000">
                <a:solidFill>
                  <a:srgbClr val="242A44"/>
                </a:solidFill>
                <a:latin typeface="Noto Sans KR"/>
                <a:ea typeface="Noto Sans KR"/>
                <a:cs typeface="Noto Sans KR"/>
                <a:sym typeface="Noto Sans KR"/>
              </a:endParaRPr>
            </a:p>
          </p:txBody>
        </p:sp>
        <p:sp>
          <p:nvSpPr>
            <p:cNvPr id="226" name="Google Shape;226;p22"/>
            <p:cNvSpPr txBox="1"/>
            <p:nvPr/>
          </p:nvSpPr>
          <p:spPr>
            <a:xfrm>
              <a:off x="2647797" y="4113780"/>
              <a:ext cx="1966800" cy="34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500">
                  <a:solidFill>
                    <a:srgbClr val="242A44"/>
                  </a:solidFill>
                  <a:latin typeface="Noto Sans KR"/>
                  <a:ea typeface="Noto Sans KR"/>
                  <a:cs typeface="Noto Sans KR"/>
                  <a:sym typeface="Noto Sans KR"/>
                </a:rPr>
                <a:t>CRM 접목</a:t>
              </a:r>
              <a:endParaRPr b="1" sz="1500">
                <a:solidFill>
                  <a:srgbClr val="242A44"/>
                </a:solidFill>
                <a:latin typeface="Noto Sans KR"/>
                <a:ea typeface="Noto Sans KR"/>
                <a:cs typeface="Noto Sans KR"/>
                <a:sym typeface="Noto Sans KR"/>
              </a:endParaRPr>
            </a:p>
          </p:txBody>
        </p:sp>
      </p:grpSp>
      <p:grpSp>
        <p:nvGrpSpPr>
          <p:cNvPr id="227" name="Google Shape;227;p22"/>
          <p:cNvGrpSpPr/>
          <p:nvPr/>
        </p:nvGrpSpPr>
        <p:grpSpPr>
          <a:xfrm>
            <a:off x="2507472" y="1639364"/>
            <a:ext cx="4129066" cy="734567"/>
            <a:chOff x="2192498" y="4008473"/>
            <a:chExt cx="2811375" cy="919128"/>
          </a:xfrm>
        </p:grpSpPr>
        <p:grpSp>
          <p:nvGrpSpPr>
            <p:cNvPr id="228" name="Google Shape;228;p22"/>
            <p:cNvGrpSpPr/>
            <p:nvPr/>
          </p:nvGrpSpPr>
          <p:grpSpPr>
            <a:xfrm>
              <a:off x="2192498" y="4008473"/>
              <a:ext cx="2811375" cy="919128"/>
              <a:chOff x="321438" y="1739404"/>
              <a:chExt cx="8256607" cy="2145489"/>
            </a:xfrm>
          </p:grpSpPr>
          <p:pic>
            <p:nvPicPr>
              <p:cNvPr id="229" name="Google Shape;229;p22"/>
              <p:cNvPicPr preferRelativeResize="0"/>
              <p:nvPr/>
            </p:nvPicPr>
            <p:blipFill rotWithShape="1">
              <a:blip r:embed="rId7">
                <a:alphaModFix/>
              </a:blip>
              <a:srcRect b="21158" l="21158" r="21158" t="21158"/>
              <a:stretch/>
            </p:blipFill>
            <p:spPr>
              <a:xfrm>
                <a:off x="321438" y="1739404"/>
                <a:ext cx="8256607" cy="2145489"/>
              </a:xfrm>
              <a:prstGeom prst="rect">
                <a:avLst/>
              </a:prstGeom>
              <a:noFill/>
              <a:ln>
                <a:noFill/>
              </a:ln>
            </p:spPr>
          </p:pic>
          <p:pic>
            <p:nvPicPr>
              <p:cNvPr id="230" name="Google Shape;230;p22"/>
              <p:cNvPicPr preferRelativeResize="0"/>
              <p:nvPr/>
            </p:nvPicPr>
            <p:blipFill rotWithShape="1">
              <a:blip r:embed="rId8">
                <a:alphaModFix/>
              </a:blip>
              <a:srcRect b="0" l="0" r="0" t="0"/>
              <a:stretch/>
            </p:blipFill>
            <p:spPr>
              <a:xfrm>
                <a:off x="810680" y="1821615"/>
                <a:ext cx="7156726" cy="1859680"/>
              </a:xfrm>
              <a:prstGeom prst="rect">
                <a:avLst/>
              </a:prstGeom>
              <a:noFill/>
              <a:ln>
                <a:noFill/>
              </a:ln>
            </p:spPr>
          </p:pic>
        </p:grpSp>
        <p:sp>
          <p:nvSpPr>
            <p:cNvPr id="231" name="Google Shape;231;p22"/>
            <p:cNvSpPr txBox="1"/>
            <p:nvPr/>
          </p:nvSpPr>
          <p:spPr>
            <a:xfrm>
              <a:off x="2251506" y="4431624"/>
              <a:ext cx="2695800" cy="34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1000">
                  <a:solidFill>
                    <a:srgbClr val="242A44"/>
                  </a:solidFill>
                  <a:latin typeface="Noto Sans KR"/>
                  <a:ea typeface="Noto Sans KR"/>
                  <a:cs typeface="Noto Sans KR"/>
                  <a:sym typeface="Noto Sans KR"/>
                </a:rPr>
                <a:t>SCM(공급망 관리), HRM(인적 자원 관리), 재무관리 등</a:t>
              </a:r>
              <a:endParaRPr sz="1000">
                <a:solidFill>
                  <a:srgbClr val="242A44"/>
                </a:solidFill>
                <a:latin typeface="Noto Sans KR"/>
                <a:ea typeface="Noto Sans KR"/>
                <a:cs typeface="Noto Sans KR"/>
                <a:sym typeface="Noto Sans KR"/>
              </a:endParaRPr>
            </a:p>
          </p:txBody>
        </p:sp>
        <p:sp>
          <p:nvSpPr>
            <p:cNvPr id="232" name="Google Shape;232;p22"/>
            <p:cNvSpPr txBox="1"/>
            <p:nvPr/>
          </p:nvSpPr>
          <p:spPr>
            <a:xfrm>
              <a:off x="2618693" y="4127669"/>
              <a:ext cx="1959000" cy="34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500">
                  <a:solidFill>
                    <a:srgbClr val="242A44"/>
                  </a:solidFill>
                  <a:latin typeface="Noto Sans KR"/>
                  <a:ea typeface="Noto Sans KR"/>
                  <a:cs typeface="Noto Sans KR"/>
                  <a:sym typeface="Noto Sans KR"/>
                </a:rPr>
                <a:t>ERP 본연의 기능 유지</a:t>
              </a:r>
              <a:endParaRPr b="1" sz="1500">
                <a:solidFill>
                  <a:srgbClr val="242A44"/>
                </a:solidFill>
                <a:latin typeface="Noto Sans KR"/>
                <a:ea typeface="Noto Sans KR"/>
                <a:cs typeface="Noto Sans KR"/>
                <a:sym typeface="Noto Sans KR"/>
              </a:endParaRPr>
            </a:p>
          </p:txBody>
        </p:sp>
      </p:grpSp>
      <p:grpSp>
        <p:nvGrpSpPr>
          <p:cNvPr id="233" name="Google Shape;233;p22"/>
          <p:cNvGrpSpPr/>
          <p:nvPr/>
        </p:nvGrpSpPr>
        <p:grpSpPr>
          <a:xfrm>
            <a:off x="6132052" y="2807589"/>
            <a:ext cx="2811375" cy="734567"/>
            <a:chOff x="2192498" y="4008473"/>
            <a:chExt cx="2811375" cy="919128"/>
          </a:xfrm>
        </p:grpSpPr>
        <p:grpSp>
          <p:nvGrpSpPr>
            <p:cNvPr id="234" name="Google Shape;234;p22"/>
            <p:cNvGrpSpPr/>
            <p:nvPr/>
          </p:nvGrpSpPr>
          <p:grpSpPr>
            <a:xfrm>
              <a:off x="2192498" y="4008473"/>
              <a:ext cx="2811375" cy="919128"/>
              <a:chOff x="321438" y="1739404"/>
              <a:chExt cx="8256607" cy="2145489"/>
            </a:xfrm>
          </p:grpSpPr>
          <p:pic>
            <p:nvPicPr>
              <p:cNvPr id="235" name="Google Shape;235;p22"/>
              <p:cNvPicPr preferRelativeResize="0"/>
              <p:nvPr/>
            </p:nvPicPr>
            <p:blipFill rotWithShape="1">
              <a:blip r:embed="rId7">
                <a:alphaModFix/>
              </a:blip>
              <a:srcRect b="21158" l="21158" r="21158" t="21158"/>
              <a:stretch/>
            </p:blipFill>
            <p:spPr>
              <a:xfrm>
                <a:off x="321438" y="1739404"/>
                <a:ext cx="8256607" cy="2145489"/>
              </a:xfrm>
              <a:prstGeom prst="rect">
                <a:avLst/>
              </a:prstGeom>
              <a:noFill/>
              <a:ln>
                <a:noFill/>
              </a:ln>
            </p:spPr>
          </p:pic>
          <p:pic>
            <p:nvPicPr>
              <p:cNvPr id="236" name="Google Shape;236;p22"/>
              <p:cNvPicPr preferRelativeResize="0"/>
              <p:nvPr/>
            </p:nvPicPr>
            <p:blipFill rotWithShape="1">
              <a:blip r:embed="rId8">
                <a:alphaModFix/>
              </a:blip>
              <a:srcRect b="0" l="0" r="0" t="0"/>
              <a:stretch/>
            </p:blipFill>
            <p:spPr>
              <a:xfrm>
                <a:off x="810680" y="1821615"/>
                <a:ext cx="7156726" cy="1859680"/>
              </a:xfrm>
              <a:prstGeom prst="rect">
                <a:avLst/>
              </a:prstGeom>
              <a:noFill/>
              <a:ln>
                <a:noFill/>
              </a:ln>
            </p:spPr>
          </p:pic>
        </p:grpSp>
        <p:sp>
          <p:nvSpPr>
            <p:cNvPr id="237" name="Google Shape;237;p22"/>
            <p:cNvSpPr txBox="1"/>
            <p:nvPr/>
          </p:nvSpPr>
          <p:spPr>
            <a:xfrm>
              <a:off x="2381101" y="4393065"/>
              <a:ext cx="2500200" cy="34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1000">
                  <a:solidFill>
                    <a:srgbClr val="242A44"/>
                  </a:solidFill>
                  <a:latin typeface="Noto Sans KR"/>
                  <a:ea typeface="Noto Sans KR"/>
                  <a:cs typeface="Noto Sans KR"/>
                  <a:sym typeface="Noto Sans KR"/>
                </a:rPr>
                <a:t>물류업 + 자체생산 및 판매</a:t>
              </a:r>
              <a:endParaRPr sz="1000">
                <a:solidFill>
                  <a:srgbClr val="242A44"/>
                </a:solidFill>
                <a:latin typeface="Noto Sans KR"/>
                <a:ea typeface="Noto Sans KR"/>
                <a:cs typeface="Noto Sans KR"/>
                <a:sym typeface="Noto Sans KR"/>
              </a:endParaRPr>
            </a:p>
          </p:txBody>
        </p:sp>
        <p:sp>
          <p:nvSpPr>
            <p:cNvPr id="238" name="Google Shape;238;p22"/>
            <p:cNvSpPr txBox="1"/>
            <p:nvPr/>
          </p:nvSpPr>
          <p:spPr>
            <a:xfrm>
              <a:off x="2647797" y="4113780"/>
              <a:ext cx="1966800" cy="34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500">
                  <a:solidFill>
                    <a:srgbClr val="242A44"/>
                  </a:solidFill>
                  <a:latin typeface="Noto Sans KR"/>
                  <a:ea typeface="Noto Sans KR"/>
                  <a:cs typeface="Noto Sans KR"/>
                  <a:sym typeface="Noto Sans KR"/>
                </a:rPr>
                <a:t>타겟 기업 - 쿠팡</a:t>
              </a:r>
              <a:endParaRPr b="1" sz="1500">
                <a:solidFill>
                  <a:srgbClr val="242A44"/>
                </a:solidFill>
                <a:latin typeface="Noto Sans KR"/>
                <a:ea typeface="Noto Sans KR"/>
                <a:cs typeface="Noto Sans KR"/>
                <a:sym typeface="Noto Sans KR"/>
              </a:endParaRPr>
            </a:p>
          </p:txBody>
        </p:sp>
      </p:grpSp>
      <p:sp>
        <p:nvSpPr>
          <p:cNvPr id="239" name="Google Shape;239;p22"/>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1. 프로젝트 소개</a:t>
            </a:r>
            <a:endParaRPr b="1" sz="1600">
              <a:solidFill>
                <a:srgbClr val="242A44"/>
              </a:solidFill>
              <a:latin typeface="Noto Sans KR"/>
              <a:ea typeface="Noto Sans KR"/>
              <a:cs typeface="Noto Sans KR"/>
              <a:sym typeface="Noto Sans KR"/>
            </a:endParaRPr>
          </a:p>
        </p:txBody>
      </p:sp>
      <p:sp>
        <p:nvSpPr>
          <p:cNvPr id="240" name="Google Shape;240;p22"/>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기획 의도</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244" name="Shape 244"/>
        <p:cNvGrpSpPr/>
        <p:nvPr/>
      </p:nvGrpSpPr>
      <p:grpSpPr>
        <a:xfrm>
          <a:off x="0" y="0"/>
          <a:ext cx="0" cy="0"/>
          <a:chOff x="0" y="0"/>
          <a:chExt cx="0" cy="0"/>
        </a:xfrm>
      </p:grpSpPr>
      <p:pic>
        <p:nvPicPr>
          <p:cNvPr id="245" name="Google Shape;245;p23"/>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246" name="Google Shape;246;p23"/>
          <p:cNvSpPr/>
          <p:nvPr/>
        </p:nvSpPr>
        <p:spPr>
          <a:xfrm>
            <a:off x="288395" y="2871347"/>
            <a:ext cx="8683500" cy="34800"/>
          </a:xfrm>
          <a:prstGeom prst="rect">
            <a:avLst/>
          </a:prstGeom>
          <a:solidFill>
            <a:srgbClr val="242A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247" name="Google Shape;247;p23"/>
          <p:cNvSpPr/>
          <p:nvPr/>
        </p:nvSpPr>
        <p:spPr>
          <a:xfrm>
            <a:off x="278964" y="2813527"/>
            <a:ext cx="174600" cy="174600"/>
          </a:xfrm>
          <a:prstGeom prst="ellipse">
            <a:avLst/>
          </a:prstGeom>
          <a:solidFill>
            <a:srgbClr val="F0660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248" name="Google Shape;248;p23"/>
          <p:cNvSpPr/>
          <p:nvPr/>
        </p:nvSpPr>
        <p:spPr>
          <a:xfrm>
            <a:off x="1783055" y="2813527"/>
            <a:ext cx="174600" cy="174600"/>
          </a:xfrm>
          <a:prstGeom prst="ellipse">
            <a:avLst/>
          </a:prstGeom>
          <a:solidFill>
            <a:srgbClr val="242A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249" name="Google Shape;249;p23"/>
          <p:cNvSpPr/>
          <p:nvPr/>
        </p:nvSpPr>
        <p:spPr>
          <a:xfrm>
            <a:off x="3372316" y="2813527"/>
            <a:ext cx="174600" cy="174600"/>
          </a:xfrm>
          <a:prstGeom prst="ellipse">
            <a:avLst/>
          </a:prstGeom>
          <a:solidFill>
            <a:srgbClr val="F0660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250" name="Google Shape;250;p23"/>
          <p:cNvSpPr/>
          <p:nvPr/>
        </p:nvSpPr>
        <p:spPr>
          <a:xfrm>
            <a:off x="4876407" y="2813527"/>
            <a:ext cx="174600" cy="174600"/>
          </a:xfrm>
          <a:prstGeom prst="ellipse">
            <a:avLst/>
          </a:prstGeom>
          <a:solidFill>
            <a:srgbClr val="242A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251" name="Google Shape;251;p23"/>
          <p:cNvSpPr/>
          <p:nvPr/>
        </p:nvSpPr>
        <p:spPr>
          <a:xfrm>
            <a:off x="6550838" y="2813527"/>
            <a:ext cx="174600" cy="174600"/>
          </a:xfrm>
          <a:prstGeom prst="ellipse">
            <a:avLst/>
          </a:prstGeom>
          <a:solidFill>
            <a:srgbClr val="F0660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cxnSp>
        <p:nvCxnSpPr>
          <p:cNvPr id="252" name="Google Shape;252;p23"/>
          <p:cNvCxnSpPr>
            <a:endCxn id="247" idx="0"/>
          </p:cNvCxnSpPr>
          <p:nvPr/>
        </p:nvCxnSpPr>
        <p:spPr>
          <a:xfrm>
            <a:off x="366264" y="1397227"/>
            <a:ext cx="0" cy="1416300"/>
          </a:xfrm>
          <a:prstGeom prst="straightConnector1">
            <a:avLst/>
          </a:prstGeom>
          <a:noFill/>
          <a:ln cap="flat" cmpd="sng" w="25400">
            <a:solidFill>
              <a:srgbClr val="F0660C"/>
            </a:solidFill>
            <a:prstDash val="solid"/>
            <a:round/>
            <a:headEnd len="sm" w="sm" type="none"/>
            <a:tailEnd len="sm" w="sm" type="none"/>
          </a:ln>
        </p:spPr>
      </p:cxnSp>
      <p:cxnSp>
        <p:nvCxnSpPr>
          <p:cNvPr id="253" name="Google Shape;253;p23"/>
          <p:cNvCxnSpPr/>
          <p:nvPr/>
        </p:nvCxnSpPr>
        <p:spPr>
          <a:xfrm>
            <a:off x="1857212" y="1696708"/>
            <a:ext cx="18300" cy="1186800"/>
          </a:xfrm>
          <a:prstGeom prst="straightConnector1">
            <a:avLst/>
          </a:prstGeom>
          <a:noFill/>
          <a:ln cap="flat" cmpd="sng" w="25400">
            <a:solidFill>
              <a:srgbClr val="242A44"/>
            </a:solidFill>
            <a:prstDash val="solid"/>
            <a:round/>
            <a:headEnd len="sm" w="sm" type="none"/>
            <a:tailEnd len="sm" w="sm" type="none"/>
          </a:ln>
        </p:spPr>
      </p:cxnSp>
      <p:cxnSp>
        <p:nvCxnSpPr>
          <p:cNvPr id="254" name="Google Shape;254;p23"/>
          <p:cNvCxnSpPr/>
          <p:nvPr/>
        </p:nvCxnSpPr>
        <p:spPr>
          <a:xfrm>
            <a:off x="4946740" y="1684578"/>
            <a:ext cx="18300" cy="1186800"/>
          </a:xfrm>
          <a:prstGeom prst="straightConnector1">
            <a:avLst/>
          </a:prstGeom>
          <a:noFill/>
          <a:ln cap="flat" cmpd="sng" w="25400">
            <a:solidFill>
              <a:srgbClr val="242A44"/>
            </a:solidFill>
            <a:prstDash val="solid"/>
            <a:round/>
            <a:headEnd len="sm" w="sm" type="none"/>
            <a:tailEnd len="sm" w="sm" type="none"/>
          </a:ln>
        </p:spPr>
      </p:cxnSp>
      <p:sp>
        <p:nvSpPr>
          <p:cNvPr id="255" name="Google Shape;255;p23"/>
          <p:cNvSpPr txBox="1"/>
          <p:nvPr/>
        </p:nvSpPr>
        <p:spPr>
          <a:xfrm>
            <a:off x="373930" y="1332675"/>
            <a:ext cx="1179900" cy="623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ko" sz="1500">
                <a:solidFill>
                  <a:srgbClr val="F0660C"/>
                </a:solidFill>
                <a:latin typeface="Noto Sans KR"/>
                <a:ea typeface="Noto Sans KR"/>
                <a:cs typeface="Noto Sans KR"/>
                <a:sym typeface="Noto Sans KR"/>
              </a:rPr>
              <a:t>1/8 ~ 1/19</a:t>
            </a:r>
            <a:endParaRPr b="1" sz="1500">
              <a:solidFill>
                <a:srgbClr val="F0660C"/>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rPr b="1" lang="ko" sz="1200">
                <a:solidFill>
                  <a:srgbClr val="001B32"/>
                </a:solidFill>
                <a:latin typeface="Noto Sans KR"/>
                <a:ea typeface="Noto Sans KR"/>
                <a:cs typeface="Noto Sans KR"/>
                <a:sym typeface="Noto Sans KR"/>
              </a:rPr>
              <a:t>DB 설계</a:t>
            </a:r>
            <a:endParaRPr b="1" sz="1200">
              <a:solidFill>
                <a:srgbClr val="001B32"/>
              </a:solidFill>
              <a:latin typeface="Noto Sans KR"/>
              <a:ea typeface="Noto Sans KR"/>
              <a:cs typeface="Noto Sans KR"/>
              <a:sym typeface="Noto Sans KR"/>
            </a:endParaRPr>
          </a:p>
        </p:txBody>
      </p:sp>
      <p:sp>
        <p:nvSpPr>
          <p:cNvPr id="256" name="Google Shape;256;p23"/>
          <p:cNvSpPr txBox="1"/>
          <p:nvPr/>
        </p:nvSpPr>
        <p:spPr>
          <a:xfrm>
            <a:off x="6636233" y="1349918"/>
            <a:ext cx="1359900" cy="833700"/>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None/>
            </a:pPr>
            <a:r>
              <a:rPr b="1" lang="ko" sz="1500">
                <a:solidFill>
                  <a:srgbClr val="F0660C"/>
                </a:solidFill>
                <a:latin typeface="Noto Sans KR"/>
                <a:ea typeface="Noto Sans KR"/>
                <a:cs typeface="Noto Sans KR"/>
                <a:sym typeface="Noto Sans KR"/>
              </a:rPr>
              <a:t>2/12 ~ 2/16</a:t>
            </a:r>
            <a:endParaRPr b="1" sz="1100">
              <a:solidFill>
                <a:srgbClr val="F0660C"/>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rPr b="1" lang="ko" sz="1100">
                <a:solidFill>
                  <a:srgbClr val="001B32"/>
                </a:solidFill>
                <a:latin typeface="Noto Sans KR"/>
                <a:ea typeface="Noto Sans KR"/>
                <a:cs typeface="Noto Sans KR"/>
                <a:sym typeface="Noto Sans KR"/>
              </a:rPr>
              <a:t>CRUD 기능구현</a:t>
            </a:r>
            <a:endParaRPr b="1" sz="1100">
              <a:solidFill>
                <a:srgbClr val="001B32"/>
              </a:solidFill>
              <a:latin typeface="Noto Sans KR"/>
              <a:ea typeface="Noto Sans KR"/>
              <a:cs typeface="Noto Sans KR"/>
              <a:sym typeface="Noto Sans KR"/>
            </a:endParaRPr>
          </a:p>
          <a:p>
            <a:pPr indent="0" lvl="0" marL="0" rtl="0" algn="l">
              <a:spcBef>
                <a:spcPts val="0"/>
              </a:spcBef>
              <a:spcAft>
                <a:spcPts val="0"/>
              </a:spcAft>
              <a:buClr>
                <a:srgbClr val="000000"/>
              </a:buClr>
              <a:buFont typeface="Arial"/>
              <a:buNone/>
            </a:pPr>
            <a:r>
              <a:rPr b="1" lang="ko" sz="1100">
                <a:solidFill>
                  <a:srgbClr val="001B32"/>
                </a:solidFill>
                <a:latin typeface="Noto Sans KR"/>
                <a:ea typeface="Noto Sans KR"/>
                <a:cs typeface="Noto Sans KR"/>
                <a:sym typeface="Noto Sans KR"/>
              </a:rPr>
              <a:t>(2/15)중간점검</a:t>
            </a:r>
            <a:endParaRPr b="1" sz="1100">
              <a:solidFill>
                <a:srgbClr val="001B32"/>
              </a:solidFill>
              <a:latin typeface="Noto Sans KR"/>
              <a:ea typeface="Noto Sans KR"/>
              <a:cs typeface="Noto Sans KR"/>
              <a:sym typeface="Noto Sans KR"/>
            </a:endParaRPr>
          </a:p>
        </p:txBody>
      </p:sp>
      <p:sp>
        <p:nvSpPr>
          <p:cNvPr id="257" name="Google Shape;257;p23"/>
          <p:cNvSpPr txBox="1"/>
          <p:nvPr/>
        </p:nvSpPr>
        <p:spPr>
          <a:xfrm>
            <a:off x="4960138" y="1696709"/>
            <a:ext cx="1359900" cy="861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ko" sz="1500">
                <a:solidFill>
                  <a:srgbClr val="F0660C"/>
                </a:solidFill>
                <a:latin typeface="Noto Sans KR"/>
                <a:ea typeface="Noto Sans KR"/>
                <a:cs typeface="Noto Sans KR"/>
                <a:sym typeface="Noto Sans KR"/>
              </a:rPr>
              <a:t>2/5 ~ 2/8</a:t>
            </a:r>
            <a:endParaRPr sz="1300">
              <a:solidFill>
                <a:srgbClr val="F0660C"/>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b="1" lang="ko" sz="1100">
                <a:solidFill>
                  <a:srgbClr val="001B32"/>
                </a:solidFill>
                <a:latin typeface="Noto Sans KR"/>
                <a:ea typeface="Noto Sans KR"/>
                <a:cs typeface="Noto Sans KR"/>
                <a:sym typeface="Noto Sans KR"/>
              </a:rPr>
              <a:t>조회&amp;등록 마무리</a:t>
            </a:r>
            <a:endParaRPr b="1" sz="1100">
              <a:solidFill>
                <a:srgbClr val="001B32"/>
              </a:solidFill>
              <a:latin typeface="Noto Sans KR"/>
              <a:ea typeface="Noto Sans KR"/>
              <a:cs typeface="Noto Sans KR"/>
              <a:sym typeface="Noto Sans KR"/>
            </a:endParaRPr>
          </a:p>
          <a:p>
            <a:pPr indent="0" lvl="0" marL="0" rtl="0" algn="l">
              <a:spcBef>
                <a:spcPts val="0"/>
              </a:spcBef>
              <a:spcAft>
                <a:spcPts val="0"/>
              </a:spcAft>
              <a:buNone/>
            </a:pPr>
            <a:r>
              <a:rPr b="1" lang="ko" sz="1100">
                <a:solidFill>
                  <a:srgbClr val="001B32"/>
                </a:solidFill>
                <a:latin typeface="Noto Sans KR"/>
                <a:ea typeface="Noto Sans KR"/>
                <a:cs typeface="Noto Sans KR"/>
                <a:sym typeface="Noto Sans KR"/>
              </a:rPr>
              <a:t>(2/6)중간회의</a:t>
            </a:r>
            <a:endParaRPr b="1" sz="1100">
              <a:solidFill>
                <a:srgbClr val="001B32"/>
              </a:solidFill>
              <a:latin typeface="Noto Sans KR"/>
              <a:ea typeface="Noto Sans KR"/>
              <a:cs typeface="Noto Sans KR"/>
              <a:sym typeface="Noto Sans KR"/>
            </a:endParaRPr>
          </a:p>
        </p:txBody>
      </p:sp>
      <p:sp>
        <p:nvSpPr>
          <p:cNvPr id="258" name="Google Shape;258;p23"/>
          <p:cNvSpPr txBox="1"/>
          <p:nvPr/>
        </p:nvSpPr>
        <p:spPr>
          <a:xfrm>
            <a:off x="3461449" y="1349917"/>
            <a:ext cx="1359900" cy="895200"/>
          </a:xfrm>
          <a:prstGeom prst="rect">
            <a:avLst/>
          </a:prstGeom>
          <a:noFill/>
          <a:ln>
            <a:noFill/>
          </a:ln>
        </p:spPr>
        <p:txBody>
          <a:bodyPr anchorCtr="0" anchor="ctr" bIns="45700" lIns="91425" spcFirstLastPara="1" rIns="91425" wrap="square" tIns="45700">
            <a:noAutofit/>
          </a:bodyPr>
          <a:lstStyle/>
          <a:p>
            <a:pPr indent="0" lvl="0" marL="0" rtl="0" algn="l">
              <a:lnSpc>
                <a:spcPct val="150000"/>
              </a:lnSpc>
              <a:spcBef>
                <a:spcPts val="0"/>
              </a:spcBef>
              <a:spcAft>
                <a:spcPts val="0"/>
              </a:spcAft>
              <a:buNone/>
            </a:pPr>
            <a:r>
              <a:rPr b="1" lang="ko" sz="1500">
                <a:solidFill>
                  <a:srgbClr val="F0660C"/>
                </a:solidFill>
                <a:latin typeface="Noto Sans KR"/>
                <a:ea typeface="Noto Sans KR"/>
                <a:cs typeface="Noto Sans KR"/>
                <a:sym typeface="Noto Sans KR"/>
              </a:rPr>
              <a:t>1/31 ~ 2/2</a:t>
            </a:r>
            <a:endParaRPr b="1" sz="1100">
              <a:solidFill>
                <a:srgbClr val="F0660C"/>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rPr b="1" lang="ko" sz="1100">
                <a:solidFill>
                  <a:srgbClr val="001B32"/>
                </a:solidFill>
                <a:latin typeface="Noto Sans KR"/>
                <a:ea typeface="Noto Sans KR"/>
                <a:cs typeface="Noto Sans KR"/>
                <a:sym typeface="Noto Sans KR"/>
              </a:rPr>
              <a:t>ERP 조회&amp;등록 기능 구현</a:t>
            </a:r>
            <a:endParaRPr sz="1300">
              <a:solidFill>
                <a:srgbClr val="001B32"/>
              </a:solidFill>
              <a:latin typeface="Noto Sans KR"/>
              <a:ea typeface="Noto Sans KR"/>
              <a:cs typeface="Noto Sans KR"/>
              <a:sym typeface="Noto Sans KR"/>
            </a:endParaRPr>
          </a:p>
        </p:txBody>
      </p:sp>
      <p:sp>
        <p:nvSpPr>
          <p:cNvPr id="259" name="Google Shape;259;p23"/>
          <p:cNvSpPr txBox="1"/>
          <p:nvPr/>
        </p:nvSpPr>
        <p:spPr>
          <a:xfrm>
            <a:off x="1875542" y="1676861"/>
            <a:ext cx="1417500" cy="9003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Clr>
                <a:srgbClr val="000000"/>
              </a:buClr>
              <a:buFont typeface="Arial"/>
              <a:buNone/>
            </a:pPr>
            <a:r>
              <a:rPr b="1" lang="ko" sz="1500">
                <a:solidFill>
                  <a:srgbClr val="F0660C"/>
                </a:solidFill>
                <a:latin typeface="Noto Sans KR"/>
                <a:ea typeface="Noto Sans KR"/>
                <a:cs typeface="Noto Sans KR"/>
                <a:sym typeface="Noto Sans KR"/>
              </a:rPr>
              <a:t>1/22 ~ 1/31</a:t>
            </a:r>
            <a:endParaRPr b="1" sz="1500">
              <a:solidFill>
                <a:srgbClr val="F0660C"/>
              </a:solidFill>
              <a:latin typeface="Noto Sans KR"/>
              <a:ea typeface="Noto Sans KR"/>
              <a:cs typeface="Noto Sans KR"/>
              <a:sym typeface="Noto Sans KR"/>
            </a:endParaRPr>
          </a:p>
          <a:p>
            <a:pPr indent="0" lvl="0" marL="0" marR="0" rtl="0" algn="l">
              <a:lnSpc>
                <a:spcPct val="150000"/>
              </a:lnSpc>
              <a:spcBef>
                <a:spcPts val="0"/>
              </a:spcBef>
              <a:spcAft>
                <a:spcPts val="0"/>
              </a:spcAft>
              <a:buNone/>
            </a:pPr>
            <a:r>
              <a:rPr b="1" lang="ko" sz="1200">
                <a:solidFill>
                  <a:srgbClr val="001B32"/>
                </a:solidFill>
                <a:latin typeface="Noto Sans KR"/>
                <a:ea typeface="Noto Sans KR"/>
                <a:cs typeface="Noto Sans KR"/>
                <a:sym typeface="Noto Sans KR"/>
              </a:rPr>
              <a:t>ERD,flow chart, etc…</a:t>
            </a:r>
            <a:endParaRPr>
              <a:solidFill>
                <a:srgbClr val="001B32"/>
              </a:solidFill>
              <a:latin typeface="Noto Sans KR"/>
              <a:ea typeface="Noto Sans KR"/>
              <a:cs typeface="Noto Sans KR"/>
              <a:sym typeface="Noto Sans KR"/>
            </a:endParaRPr>
          </a:p>
        </p:txBody>
      </p:sp>
      <p:cxnSp>
        <p:nvCxnSpPr>
          <p:cNvPr id="260" name="Google Shape;260;p23"/>
          <p:cNvCxnSpPr/>
          <p:nvPr/>
        </p:nvCxnSpPr>
        <p:spPr>
          <a:xfrm>
            <a:off x="3462883" y="1397201"/>
            <a:ext cx="0" cy="1416300"/>
          </a:xfrm>
          <a:prstGeom prst="straightConnector1">
            <a:avLst/>
          </a:prstGeom>
          <a:noFill/>
          <a:ln cap="flat" cmpd="sng" w="25400">
            <a:solidFill>
              <a:srgbClr val="F0660C"/>
            </a:solidFill>
            <a:prstDash val="solid"/>
            <a:round/>
            <a:headEnd len="sm" w="sm" type="none"/>
            <a:tailEnd len="sm" w="sm" type="none"/>
          </a:ln>
        </p:spPr>
      </p:cxnSp>
      <p:cxnSp>
        <p:nvCxnSpPr>
          <p:cNvPr id="261" name="Google Shape;261;p23"/>
          <p:cNvCxnSpPr/>
          <p:nvPr/>
        </p:nvCxnSpPr>
        <p:spPr>
          <a:xfrm>
            <a:off x="6639068" y="1397201"/>
            <a:ext cx="0" cy="1416300"/>
          </a:xfrm>
          <a:prstGeom prst="straightConnector1">
            <a:avLst/>
          </a:prstGeom>
          <a:noFill/>
          <a:ln cap="flat" cmpd="sng" w="25400">
            <a:solidFill>
              <a:srgbClr val="F0660C"/>
            </a:solidFill>
            <a:prstDash val="solid"/>
            <a:round/>
            <a:headEnd len="sm" w="sm" type="none"/>
            <a:tailEnd len="sm" w="sm" type="none"/>
          </a:ln>
        </p:spPr>
      </p:cxnSp>
      <p:sp>
        <p:nvSpPr>
          <p:cNvPr id="262" name="Google Shape;262;p23"/>
          <p:cNvSpPr/>
          <p:nvPr/>
        </p:nvSpPr>
        <p:spPr>
          <a:xfrm>
            <a:off x="0" y="3162125"/>
            <a:ext cx="7652400" cy="34800"/>
          </a:xfrm>
          <a:prstGeom prst="rect">
            <a:avLst/>
          </a:prstGeom>
          <a:solidFill>
            <a:srgbClr val="242A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263" name="Google Shape;263;p23"/>
          <p:cNvSpPr/>
          <p:nvPr/>
        </p:nvSpPr>
        <p:spPr>
          <a:xfrm>
            <a:off x="943152" y="3081978"/>
            <a:ext cx="174600" cy="174600"/>
          </a:xfrm>
          <a:prstGeom prst="ellipse">
            <a:avLst/>
          </a:prstGeom>
          <a:solidFill>
            <a:srgbClr val="F0660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264" name="Google Shape;264;p23"/>
          <p:cNvSpPr/>
          <p:nvPr/>
        </p:nvSpPr>
        <p:spPr>
          <a:xfrm>
            <a:off x="2631606" y="3081978"/>
            <a:ext cx="174600" cy="174600"/>
          </a:xfrm>
          <a:prstGeom prst="ellipse">
            <a:avLst/>
          </a:prstGeom>
          <a:solidFill>
            <a:srgbClr val="242A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cxnSp>
        <p:nvCxnSpPr>
          <p:cNvPr id="265" name="Google Shape;265;p23"/>
          <p:cNvCxnSpPr/>
          <p:nvPr/>
        </p:nvCxnSpPr>
        <p:spPr>
          <a:xfrm>
            <a:off x="1030393" y="3216912"/>
            <a:ext cx="0" cy="1416300"/>
          </a:xfrm>
          <a:prstGeom prst="straightConnector1">
            <a:avLst/>
          </a:prstGeom>
          <a:noFill/>
          <a:ln cap="flat" cmpd="sng" w="25400">
            <a:solidFill>
              <a:srgbClr val="F0660C"/>
            </a:solidFill>
            <a:prstDash val="solid"/>
            <a:round/>
            <a:headEnd len="sm" w="sm" type="none"/>
            <a:tailEnd len="sm" w="sm" type="none"/>
          </a:ln>
        </p:spPr>
      </p:cxnSp>
      <p:cxnSp>
        <p:nvCxnSpPr>
          <p:cNvPr id="266" name="Google Shape;266;p23"/>
          <p:cNvCxnSpPr/>
          <p:nvPr/>
        </p:nvCxnSpPr>
        <p:spPr>
          <a:xfrm>
            <a:off x="2720656" y="3235751"/>
            <a:ext cx="18300" cy="1186800"/>
          </a:xfrm>
          <a:prstGeom prst="straightConnector1">
            <a:avLst/>
          </a:prstGeom>
          <a:noFill/>
          <a:ln cap="flat" cmpd="sng" w="25400">
            <a:solidFill>
              <a:srgbClr val="242A44"/>
            </a:solidFill>
            <a:prstDash val="solid"/>
            <a:round/>
            <a:headEnd len="sm" w="sm" type="none"/>
            <a:tailEnd len="sm" w="sm" type="none"/>
          </a:ln>
        </p:spPr>
      </p:cxnSp>
      <p:sp>
        <p:nvSpPr>
          <p:cNvPr id="267" name="Google Shape;267;p23"/>
          <p:cNvSpPr txBox="1"/>
          <p:nvPr/>
        </p:nvSpPr>
        <p:spPr>
          <a:xfrm>
            <a:off x="1030397" y="4072499"/>
            <a:ext cx="1417500" cy="6081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ko" sz="1500">
                <a:solidFill>
                  <a:srgbClr val="F0660C"/>
                </a:solidFill>
                <a:latin typeface="Noto Sans KR"/>
                <a:ea typeface="Noto Sans KR"/>
                <a:cs typeface="Noto Sans KR"/>
                <a:sym typeface="Noto Sans KR"/>
              </a:rPr>
              <a:t>2/19 ~ 2/23</a:t>
            </a:r>
            <a:endParaRPr b="1" sz="1500">
              <a:solidFill>
                <a:srgbClr val="F0660C"/>
              </a:solidFill>
              <a:latin typeface="Noto Sans KR"/>
              <a:ea typeface="Noto Sans KR"/>
              <a:cs typeface="Noto Sans KR"/>
              <a:sym typeface="Noto Sans KR"/>
            </a:endParaRPr>
          </a:p>
          <a:p>
            <a:pPr indent="0" lvl="0" marL="0" rtl="0" algn="l">
              <a:lnSpc>
                <a:spcPct val="150000"/>
              </a:lnSpc>
              <a:spcBef>
                <a:spcPts val="0"/>
              </a:spcBef>
              <a:spcAft>
                <a:spcPts val="0"/>
              </a:spcAft>
              <a:buClr>
                <a:srgbClr val="000000"/>
              </a:buClr>
              <a:buFont typeface="Arial"/>
              <a:buNone/>
            </a:pPr>
            <a:r>
              <a:rPr b="1" lang="ko" sz="1100">
                <a:solidFill>
                  <a:srgbClr val="001B32"/>
                </a:solidFill>
                <a:latin typeface="Noto Sans KR"/>
                <a:ea typeface="Noto Sans KR"/>
                <a:cs typeface="Noto Sans KR"/>
                <a:sym typeface="Noto Sans KR"/>
              </a:rPr>
              <a:t>CRUD 기능구현</a:t>
            </a:r>
            <a:endParaRPr>
              <a:solidFill>
                <a:srgbClr val="001B32"/>
              </a:solidFill>
              <a:latin typeface="Noto Sans KR"/>
              <a:ea typeface="Noto Sans KR"/>
              <a:cs typeface="Noto Sans KR"/>
              <a:sym typeface="Noto Sans KR"/>
            </a:endParaRPr>
          </a:p>
        </p:txBody>
      </p:sp>
      <p:sp>
        <p:nvSpPr>
          <p:cNvPr id="268" name="Google Shape;268;p23"/>
          <p:cNvSpPr txBox="1"/>
          <p:nvPr/>
        </p:nvSpPr>
        <p:spPr>
          <a:xfrm>
            <a:off x="2738997" y="3587646"/>
            <a:ext cx="1417500" cy="6081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ko" sz="1500">
                <a:solidFill>
                  <a:srgbClr val="F0660C"/>
                </a:solidFill>
                <a:latin typeface="Noto Sans KR"/>
                <a:ea typeface="Noto Sans KR"/>
                <a:cs typeface="Noto Sans KR"/>
                <a:sym typeface="Noto Sans KR"/>
              </a:rPr>
              <a:t>2/26 ~ 3/1</a:t>
            </a:r>
            <a:endParaRPr b="1" sz="1500">
              <a:solidFill>
                <a:srgbClr val="F0660C"/>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b="1" lang="ko" sz="1100">
                <a:solidFill>
                  <a:srgbClr val="001B32"/>
                </a:solidFill>
                <a:latin typeface="Noto Sans KR"/>
                <a:ea typeface="Noto Sans KR"/>
                <a:cs typeface="Noto Sans KR"/>
                <a:sym typeface="Noto Sans KR"/>
              </a:rPr>
              <a:t>오류 수정</a:t>
            </a:r>
            <a:endParaRPr b="1" sz="1100">
              <a:solidFill>
                <a:srgbClr val="001B32"/>
              </a:solidFill>
              <a:latin typeface="Noto Sans KR"/>
              <a:ea typeface="Noto Sans KR"/>
              <a:cs typeface="Noto Sans KR"/>
              <a:sym typeface="Noto Sans KR"/>
            </a:endParaRPr>
          </a:p>
        </p:txBody>
      </p:sp>
      <p:sp>
        <p:nvSpPr>
          <p:cNvPr id="269" name="Google Shape;269;p23"/>
          <p:cNvSpPr/>
          <p:nvPr/>
        </p:nvSpPr>
        <p:spPr>
          <a:xfrm>
            <a:off x="4311742" y="3081978"/>
            <a:ext cx="174600" cy="174600"/>
          </a:xfrm>
          <a:prstGeom prst="ellipse">
            <a:avLst/>
          </a:prstGeom>
          <a:solidFill>
            <a:srgbClr val="F0660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cxnSp>
        <p:nvCxnSpPr>
          <p:cNvPr id="270" name="Google Shape;270;p23"/>
          <p:cNvCxnSpPr/>
          <p:nvPr/>
        </p:nvCxnSpPr>
        <p:spPr>
          <a:xfrm>
            <a:off x="4398984" y="3216912"/>
            <a:ext cx="0" cy="1416300"/>
          </a:xfrm>
          <a:prstGeom prst="straightConnector1">
            <a:avLst/>
          </a:prstGeom>
          <a:noFill/>
          <a:ln cap="flat" cmpd="sng" w="25400">
            <a:solidFill>
              <a:srgbClr val="F0660C"/>
            </a:solidFill>
            <a:prstDash val="solid"/>
            <a:round/>
            <a:headEnd len="sm" w="sm" type="none"/>
            <a:tailEnd len="sm" w="sm" type="none"/>
          </a:ln>
        </p:spPr>
      </p:cxnSp>
      <p:sp>
        <p:nvSpPr>
          <p:cNvPr id="271" name="Google Shape;271;p23"/>
          <p:cNvSpPr txBox="1"/>
          <p:nvPr/>
        </p:nvSpPr>
        <p:spPr>
          <a:xfrm>
            <a:off x="4398987" y="3806824"/>
            <a:ext cx="1417500" cy="861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ko" sz="1500">
                <a:solidFill>
                  <a:srgbClr val="F0660C"/>
                </a:solidFill>
                <a:latin typeface="Noto Sans KR"/>
                <a:ea typeface="Noto Sans KR"/>
                <a:cs typeface="Noto Sans KR"/>
                <a:sym typeface="Noto Sans KR"/>
              </a:rPr>
              <a:t>3/4 ~ 3/8</a:t>
            </a:r>
            <a:endParaRPr b="1" sz="1500">
              <a:solidFill>
                <a:srgbClr val="F0660C"/>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b="1" lang="ko" sz="1100">
                <a:solidFill>
                  <a:srgbClr val="001B32"/>
                </a:solidFill>
                <a:latin typeface="Noto Sans KR"/>
                <a:ea typeface="Noto Sans KR"/>
                <a:cs typeface="Noto Sans KR"/>
                <a:sym typeface="Noto Sans KR"/>
              </a:rPr>
              <a:t>개선사항 회의</a:t>
            </a:r>
            <a:endParaRPr b="1" sz="1100">
              <a:solidFill>
                <a:srgbClr val="001B32"/>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b="1" lang="ko" sz="1100">
                <a:solidFill>
                  <a:srgbClr val="001B32"/>
                </a:solidFill>
                <a:latin typeface="Noto Sans KR"/>
                <a:ea typeface="Noto Sans KR"/>
                <a:cs typeface="Noto Sans KR"/>
                <a:sym typeface="Noto Sans KR"/>
              </a:rPr>
              <a:t>세부기능 구현</a:t>
            </a:r>
            <a:endParaRPr b="1" sz="1100">
              <a:solidFill>
                <a:srgbClr val="001B32"/>
              </a:solidFill>
              <a:latin typeface="Noto Sans KR"/>
              <a:ea typeface="Noto Sans KR"/>
              <a:cs typeface="Noto Sans KR"/>
              <a:sym typeface="Noto Sans KR"/>
            </a:endParaRPr>
          </a:p>
        </p:txBody>
      </p:sp>
      <p:sp>
        <p:nvSpPr>
          <p:cNvPr id="272" name="Google Shape;272;p23"/>
          <p:cNvSpPr/>
          <p:nvPr/>
        </p:nvSpPr>
        <p:spPr>
          <a:xfrm>
            <a:off x="7509074" y="3081978"/>
            <a:ext cx="174600" cy="174600"/>
          </a:xfrm>
          <a:prstGeom prst="ellipse">
            <a:avLst/>
          </a:prstGeom>
          <a:solidFill>
            <a:srgbClr val="F0660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cxnSp>
        <p:nvCxnSpPr>
          <p:cNvPr id="273" name="Google Shape;273;p23"/>
          <p:cNvCxnSpPr/>
          <p:nvPr/>
        </p:nvCxnSpPr>
        <p:spPr>
          <a:xfrm>
            <a:off x="7596316" y="3216912"/>
            <a:ext cx="0" cy="1416300"/>
          </a:xfrm>
          <a:prstGeom prst="straightConnector1">
            <a:avLst/>
          </a:prstGeom>
          <a:noFill/>
          <a:ln cap="flat" cmpd="sng" w="25400">
            <a:solidFill>
              <a:srgbClr val="F0660C"/>
            </a:solidFill>
            <a:prstDash val="solid"/>
            <a:round/>
            <a:headEnd len="sm" w="sm" type="none"/>
            <a:tailEnd len="sm" w="sm" type="none"/>
          </a:ln>
        </p:spPr>
      </p:cxnSp>
      <p:sp>
        <p:nvSpPr>
          <p:cNvPr id="274" name="Google Shape;274;p23"/>
          <p:cNvSpPr txBox="1"/>
          <p:nvPr/>
        </p:nvSpPr>
        <p:spPr>
          <a:xfrm>
            <a:off x="7596319" y="4027822"/>
            <a:ext cx="1417500" cy="6081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ko" sz="1500">
                <a:solidFill>
                  <a:srgbClr val="F0660C"/>
                </a:solidFill>
                <a:latin typeface="Noto Sans KR"/>
                <a:ea typeface="Noto Sans KR"/>
                <a:cs typeface="Noto Sans KR"/>
                <a:sym typeface="Noto Sans KR"/>
              </a:rPr>
              <a:t>3/18 ~ 3/22</a:t>
            </a:r>
            <a:endParaRPr b="1" sz="1500">
              <a:solidFill>
                <a:srgbClr val="F0660C"/>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b="1" lang="ko" sz="1100">
                <a:solidFill>
                  <a:srgbClr val="001B32"/>
                </a:solidFill>
                <a:latin typeface="Noto Sans KR"/>
                <a:ea typeface="Noto Sans KR"/>
                <a:cs typeface="Noto Sans KR"/>
                <a:sym typeface="Noto Sans KR"/>
              </a:rPr>
              <a:t>버퍼 기간</a:t>
            </a:r>
            <a:endParaRPr>
              <a:solidFill>
                <a:srgbClr val="001B32"/>
              </a:solidFill>
              <a:latin typeface="Noto Sans KR"/>
              <a:ea typeface="Noto Sans KR"/>
              <a:cs typeface="Noto Sans KR"/>
              <a:sym typeface="Noto Sans KR"/>
            </a:endParaRPr>
          </a:p>
        </p:txBody>
      </p:sp>
      <p:sp>
        <p:nvSpPr>
          <p:cNvPr id="275" name="Google Shape;275;p23"/>
          <p:cNvSpPr/>
          <p:nvPr/>
        </p:nvSpPr>
        <p:spPr>
          <a:xfrm>
            <a:off x="5845021" y="3081978"/>
            <a:ext cx="174600" cy="174600"/>
          </a:xfrm>
          <a:prstGeom prst="ellipse">
            <a:avLst/>
          </a:prstGeom>
          <a:solidFill>
            <a:srgbClr val="242A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cxnSp>
        <p:nvCxnSpPr>
          <p:cNvPr id="276" name="Google Shape;276;p23"/>
          <p:cNvCxnSpPr/>
          <p:nvPr/>
        </p:nvCxnSpPr>
        <p:spPr>
          <a:xfrm>
            <a:off x="5934071" y="3235751"/>
            <a:ext cx="18300" cy="1186800"/>
          </a:xfrm>
          <a:prstGeom prst="straightConnector1">
            <a:avLst/>
          </a:prstGeom>
          <a:noFill/>
          <a:ln cap="flat" cmpd="sng" w="25400">
            <a:solidFill>
              <a:srgbClr val="242A44"/>
            </a:solidFill>
            <a:prstDash val="solid"/>
            <a:round/>
            <a:headEnd len="sm" w="sm" type="none"/>
            <a:tailEnd len="sm" w="sm" type="none"/>
          </a:ln>
        </p:spPr>
      </p:cxnSp>
      <p:sp>
        <p:nvSpPr>
          <p:cNvPr id="277" name="Google Shape;277;p23"/>
          <p:cNvSpPr txBox="1"/>
          <p:nvPr/>
        </p:nvSpPr>
        <p:spPr>
          <a:xfrm>
            <a:off x="5952412" y="3587646"/>
            <a:ext cx="1417500" cy="861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ko" sz="1500">
                <a:solidFill>
                  <a:srgbClr val="F0660C"/>
                </a:solidFill>
                <a:latin typeface="Noto Sans KR"/>
                <a:ea typeface="Noto Sans KR"/>
                <a:cs typeface="Noto Sans KR"/>
                <a:sym typeface="Noto Sans KR"/>
              </a:rPr>
              <a:t>3/11 ~ 3/15</a:t>
            </a:r>
            <a:endParaRPr b="1" sz="1500">
              <a:solidFill>
                <a:srgbClr val="F0660C"/>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b="1" lang="ko" sz="1100">
                <a:solidFill>
                  <a:srgbClr val="001B32"/>
                </a:solidFill>
                <a:latin typeface="Noto Sans KR"/>
                <a:ea typeface="Noto Sans KR"/>
                <a:cs typeface="Noto Sans KR"/>
                <a:sym typeface="Noto Sans KR"/>
              </a:rPr>
              <a:t>최종점검 및</a:t>
            </a:r>
            <a:endParaRPr b="1" sz="1100">
              <a:solidFill>
                <a:srgbClr val="001B32"/>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b="1" lang="ko" sz="1100">
                <a:solidFill>
                  <a:srgbClr val="001B32"/>
                </a:solidFill>
                <a:latin typeface="Noto Sans KR"/>
                <a:ea typeface="Noto Sans KR"/>
                <a:cs typeface="Noto Sans KR"/>
                <a:sym typeface="Noto Sans KR"/>
              </a:rPr>
              <a:t>마무리</a:t>
            </a:r>
            <a:endParaRPr b="1" sz="1100">
              <a:solidFill>
                <a:srgbClr val="001B32"/>
              </a:solidFill>
              <a:latin typeface="Noto Sans KR"/>
              <a:ea typeface="Noto Sans KR"/>
              <a:cs typeface="Noto Sans KR"/>
              <a:sym typeface="Noto Sans KR"/>
            </a:endParaRPr>
          </a:p>
        </p:txBody>
      </p:sp>
      <p:sp>
        <p:nvSpPr>
          <p:cNvPr id="278" name="Google Shape;278;p23"/>
          <p:cNvSpPr/>
          <p:nvPr/>
        </p:nvSpPr>
        <p:spPr>
          <a:xfrm rot="5400000">
            <a:off x="8844650" y="2804558"/>
            <a:ext cx="174600" cy="174600"/>
          </a:xfrm>
          <a:prstGeom prst="triangle">
            <a:avLst>
              <a:gd fmla="val 50000" name="adj"/>
            </a:avLst>
          </a:prstGeom>
          <a:solidFill>
            <a:srgbClr val="242A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23"/>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1. 프로젝트 소개</a:t>
            </a:r>
            <a:endParaRPr b="1" sz="1600">
              <a:solidFill>
                <a:srgbClr val="242A44"/>
              </a:solidFill>
              <a:latin typeface="Noto Sans KR"/>
              <a:ea typeface="Noto Sans KR"/>
              <a:cs typeface="Noto Sans KR"/>
              <a:sym typeface="Noto Sans KR"/>
            </a:endParaRPr>
          </a:p>
        </p:txBody>
      </p:sp>
      <p:sp>
        <p:nvSpPr>
          <p:cNvPr id="280" name="Google Shape;280;p23"/>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개발 일정</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284" name="Shape 284"/>
        <p:cNvGrpSpPr/>
        <p:nvPr/>
      </p:nvGrpSpPr>
      <p:grpSpPr>
        <a:xfrm>
          <a:off x="0" y="0"/>
          <a:ext cx="0" cy="0"/>
          <a:chOff x="0" y="0"/>
          <a:chExt cx="0" cy="0"/>
        </a:xfrm>
      </p:grpSpPr>
      <p:pic>
        <p:nvPicPr>
          <p:cNvPr id="285" name="Google Shape;285;p24"/>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286" name="Google Shape;286;p24"/>
          <p:cNvPicPr preferRelativeResize="0"/>
          <p:nvPr/>
        </p:nvPicPr>
        <p:blipFill rotWithShape="1">
          <a:blip r:embed="rId4">
            <a:alphaModFix/>
          </a:blip>
          <a:srcRect b="0" l="0" r="0" t="0"/>
          <a:stretch/>
        </p:blipFill>
        <p:spPr>
          <a:xfrm>
            <a:off x="3527610" y="4749279"/>
            <a:ext cx="1704824" cy="293191"/>
          </a:xfrm>
          <a:prstGeom prst="rect">
            <a:avLst/>
          </a:prstGeom>
          <a:noFill/>
          <a:ln>
            <a:noFill/>
          </a:ln>
        </p:spPr>
      </p:pic>
      <p:pic>
        <p:nvPicPr>
          <p:cNvPr id="287" name="Google Shape;287;p24"/>
          <p:cNvPicPr preferRelativeResize="0"/>
          <p:nvPr/>
        </p:nvPicPr>
        <p:blipFill>
          <a:blip r:embed="rId5">
            <a:alphaModFix/>
          </a:blip>
          <a:stretch>
            <a:fillRect/>
          </a:stretch>
        </p:blipFill>
        <p:spPr>
          <a:xfrm>
            <a:off x="807125" y="2996095"/>
            <a:ext cx="7597374" cy="1964280"/>
          </a:xfrm>
          <a:prstGeom prst="rect">
            <a:avLst/>
          </a:prstGeom>
          <a:noFill/>
          <a:ln>
            <a:noFill/>
          </a:ln>
        </p:spPr>
      </p:pic>
      <p:cxnSp>
        <p:nvCxnSpPr>
          <p:cNvPr id="288" name="Google Shape;288;p24"/>
          <p:cNvCxnSpPr/>
          <p:nvPr/>
        </p:nvCxnSpPr>
        <p:spPr>
          <a:xfrm flipH="1" rot="10800000">
            <a:off x="807125" y="3023497"/>
            <a:ext cx="7607400" cy="6900"/>
          </a:xfrm>
          <a:prstGeom prst="straightConnector1">
            <a:avLst/>
          </a:prstGeom>
          <a:noFill/>
          <a:ln cap="flat" cmpd="sng" w="19050">
            <a:solidFill>
              <a:srgbClr val="1F497D"/>
            </a:solidFill>
            <a:prstDash val="solid"/>
            <a:round/>
            <a:headEnd len="med" w="med" type="none"/>
            <a:tailEnd len="med" w="med" type="none"/>
          </a:ln>
        </p:spPr>
      </p:cxnSp>
      <p:pic>
        <p:nvPicPr>
          <p:cNvPr id="289" name="Google Shape;289;p24"/>
          <p:cNvPicPr preferRelativeResize="0"/>
          <p:nvPr/>
        </p:nvPicPr>
        <p:blipFill>
          <a:blip r:embed="rId6">
            <a:alphaModFix/>
          </a:blip>
          <a:stretch>
            <a:fillRect/>
          </a:stretch>
        </p:blipFill>
        <p:spPr>
          <a:xfrm>
            <a:off x="807125" y="1017775"/>
            <a:ext cx="7597384" cy="2000590"/>
          </a:xfrm>
          <a:prstGeom prst="rect">
            <a:avLst/>
          </a:prstGeom>
          <a:noFill/>
          <a:ln>
            <a:noFill/>
          </a:ln>
        </p:spPr>
      </p:pic>
      <p:grpSp>
        <p:nvGrpSpPr>
          <p:cNvPr id="290" name="Google Shape;290;p24"/>
          <p:cNvGrpSpPr/>
          <p:nvPr/>
        </p:nvGrpSpPr>
        <p:grpSpPr>
          <a:xfrm>
            <a:off x="5946725" y="858900"/>
            <a:ext cx="2158387" cy="915300"/>
            <a:chOff x="6603025" y="4069925"/>
            <a:chExt cx="2158387" cy="915300"/>
          </a:xfrm>
        </p:grpSpPr>
        <p:sp>
          <p:nvSpPr>
            <p:cNvPr id="291" name="Google Shape;291;p24"/>
            <p:cNvSpPr/>
            <p:nvPr/>
          </p:nvSpPr>
          <p:spPr>
            <a:xfrm>
              <a:off x="6603025" y="4069925"/>
              <a:ext cx="2139300" cy="9153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292" name="Google Shape;292;p24"/>
            <p:cNvSpPr txBox="1"/>
            <p:nvPr/>
          </p:nvSpPr>
          <p:spPr>
            <a:xfrm>
              <a:off x="6622112" y="4126531"/>
              <a:ext cx="2139300" cy="764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ko">
                  <a:solidFill>
                    <a:srgbClr val="3C78D8"/>
                  </a:solidFill>
                  <a:latin typeface="Noto Sans KR"/>
                  <a:ea typeface="Noto Sans KR"/>
                  <a:cs typeface="Noto Sans KR"/>
                  <a:sym typeface="Noto Sans KR"/>
                </a:rPr>
                <a:t>Notion - 간략한 일정확인</a:t>
              </a:r>
              <a:endParaRPr b="1">
                <a:solidFill>
                  <a:srgbClr val="3C78D8"/>
                </a:solidFill>
                <a:latin typeface="Noto Sans KR"/>
                <a:ea typeface="Noto Sans KR"/>
                <a:cs typeface="Noto Sans KR"/>
                <a:sym typeface="Noto Sans KR"/>
              </a:endParaRPr>
            </a:p>
            <a:p>
              <a:pPr indent="0" lvl="0" marL="0" rtl="0" algn="l">
                <a:lnSpc>
                  <a:spcPct val="115000"/>
                </a:lnSpc>
                <a:spcBef>
                  <a:spcPts val="0"/>
                </a:spcBef>
                <a:spcAft>
                  <a:spcPts val="0"/>
                </a:spcAft>
                <a:buNone/>
              </a:pPr>
              <a:r>
                <a:t/>
              </a:r>
              <a:endParaRPr b="1" sz="300">
                <a:solidFill>
                  <a:srgbClr val="000000"/>
                </a:solidFill>
                <a:latin typeface="Noto Sans KR"/>
                <a:ea typeface="Noto Sans KR"/>
                <a:cs typeface="Noto Sans KR"/>
                <a:sym typeface="Noto Sans KR"/>
              </a:endParaRPr>
            </a:p>
            <a:p>
              <a:pPr indent="0" lvl="0" marL="0" rtl="0" algn="ctr">
                <a:lnSpc>
                  <a:spcPct val="115000"/>
                </a:lnSpc>
                <a:spcBef>
                  <a:spcPts val="0"/>
                </a:spcBef>
                <a:spcAft>
                  <a:spcPts val="0"/>
                </a:spcAft>
                <a:buNone/>
              </a:pPr>
              <a:r>
                <a:rPr lang="ko" sz="1000">
                  <a:solidFill>
                    <a:srgbClr val="000000"/>
                  </a:solidFill>
                  <a:latin typeface="Noto Sans KR"/>
                  <a:ea typeface="Noto Sans KR"/>
                  <a:cs typeface="Noto Sans KR"/>
                  <a:sym typeface="Noto Sans KR"/>
                </a:rPr>
                <a:t>캘린더 형태로 전체 일정 및</a:t>
              </a:r>
              <a:endParaRPr sz="1000">
                <a:solidFill>
                  <a:srgbClr val="000000"/>
                </a:solidFill>
                <a:latin typeface="Noto Sans KR"/>
                <a:ea typeface="Noto Sans KR"/>
                <a:cs typeface="Noto Sans KR"/>
                <a:sym typeface="Noto Sans KR"/>
              </a:endParaRPr>
            </a:p>
            <a:p>
              <a:pPr indent="0" lvl="0" marL="0" rtl="0" algn="ctr">
                <a:spcBef>
                  <a:spcPts val="0"/>
                </a:spcBef>
                <a:spcAft>
                  <a:spcPts val="0"/>
                </a:spcAft>
                <a:buNone/>
              </a:pPr>
              <a:r>
                <a:rPr lang="ko" sz="1000">
                  <a:solidFill>
                    <a:srgbClr val="000000"/>
                  </a:solidFill>
                  <a:latin typeface="Noto Sans KR"/>
                  <a:ea typeface="Noto Sans KR"/>
                  <a:cs typeface="Noto Sans KR"/>
                  <a:sym typeface="Noto Sans KR"/>
                </a:rPr>
                <a:t>업무 진행 순서 한눈에 파악 가능</a:t>
              </a:r>
              <a:endParaRPr sz="1000">
                <a:solidFill>
                  <a:srgbClr val="000000"/>
                </a:solidFill>
                <a:latin typeface="Noto Sans KR"/>
                <a:ea typeface="Noto Sans KR"/>
                <a:cs typeface="Noto Sans KR"/>
                <a:sym typeface="Noto Sans KR"/>
              </a:endParaRPr>
            </a:p>
          </p:txBody>
        </p:sp>
      </p:grpSp>
      <p:sp>
        <p:nvSpPr>
          <p:cNvPr id="293" name="Google Shape;293;p24"/>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1. 프로젝트 소개</a:t>
            </a:r>
            <a:endParaRPr b="1" sz="1600">
              <a:solidFill>
                <a:srgbClr val="242A44"/>
              </a:solidFill>
              <a:latin typeface="Noto Sans KR"/>
              <a:ea typeface="Noto Sans KR"/>
              <a:cs typeface="Noto Sans KR"/>
              <a:sym typeface="Noto Sans KR"/>
            </a:endParaRPr>
          </a:p>
        </p:txBody>
      </p:sp>
      <p:sp>
        <p:nvSpPr>
          <p:cNvPr id="294" name="Google Shape;294;p24"/>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개발 일정</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298" name="Shape 298"/>
        <p:cNvGrpSpPr/>
        <p:nvPr/>
      </p:nvGrpSpPr>
      <p:grpSpPr>
        <a:xfrm>
          <a:off x="0" y="0"/>
          <a:ext cx="0" cy="0"/>
          <a:chOff x="0" y="0"/>
          <a:chExt cx="0" cy="0"/>
        </a:xfrm>
      </p:grpSpPr>
      <p:pic>
        <p:nvPicPr>
          <p:cNvPr id="299" name="Google Shape;299;p25"/>
          <p:cNvPicPr preferRelativeResize="0"/>
          <p:nvPr/>
        </p:nvPicPr>
        <p:blipFill rotWithShape="1">
          <a:blip r:embed="rId3">
            <a:alphaModFix/>
          </a:blip>
          <a:srcRect b="0" l="0" r="0" t="0"/>
          <a:stretch/>
        </p:blipFill>
        <p:spPr>
          <a:xfrm>
            <a:off x="222966" y="4757479"/>
            <a:ext cx="931091" cy="294509"/>
          </a:xfrm>
          <a:prstGeom prst="rect">
            <a:avLst/>
          </a:prstGeom>
          <a:noFill/>
          <a:ln>
            <a:noFill/>
          </a:ln>
        </p:spPr>
      </p:pic>
      <p:pic>
        <p:nvPicPr>
          <p:cNvPr id="300" name="Google Shape;300;p25"/>
          <p:cNvPicPr preferRelativeResize="0"/>
          <p:nvPr/>
        </p:nvPicPr>
        <p:blipFill>
          <a:blip r:embed="rId4">
            <a:alphaModFix/>
          </a:blip>
          <a:stretch>
            <a:fillRect/>
          </a:stretch>
        </p:blipFill>
        <p:spPr>
          <a:xfrm>
            <a:off x="0" y="1046758"/>
            <a:ext cx="9144000" cy="4096734"/>
          </a:xfrm>
          <a:prstGeom prst="rect">
            <a:avLst/>
          </a:prstGeom>
          <a:noFill/>
          <a:ln>
            <a:noFill/>
          </a:ln>
        </p:spPr>
      </p:pic>
      <p:grpSp>
        <p:nvGrpSpPr>
          <p:cNvPr id="301" name="Google Shape;301;p25"/>
          <p:cNvGrpSpPr/>
          <p:nvPr/>
        </p:nvGrpSpPr>
        <p:grpSpPr>
          <a:xfrm>
            <a:off x="6098200" y="966400"/>
            <a:ext cx="2158387" cy="915300"/>
            <a:chOff x="6603025" y="4069925"/>
            <a:chExt cx="2158387" cy="915300"/>
          </a:xfrm>
        </p:grpSpPr>
        <p:sp>
          <p:nvSpPr>
            <p:cNvPr id="302" name="Google Shape;302;p25"/>
            <p:cNvSpPr/>
            <p:nvPr/>
          </p:nvSpPr>
          <p:spPr>
            <a:xfrm>
              <a:off x="6603025" y="4069925"/>
              <a:ext cx="2139300" cy="9153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303" name="Google Shape;303;p25"/>
            <p:cNvSpPr txBox="1"/>
            <p:nvPr/>
          </p:nvSpPr>
          <p:spPr>
            <a:xfrm>
              <a:off x="6622112" y="4126531"/>
              <a:ext cx="2139300" cy="764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ko">
                  <a:solidFill>
                    <a:srgbClr val="6AA84F"/>
                  </a:solidFill>
                  <a:latin typeface="Noto Sans KR"/>
                  <a:ea typeface="Noto Sans KR"/>
                  <a:cs typeface="Noto Sans KR"/>
                  <a:sym typeface="Noto Sans KR"/>
                </a:rPr>
                <a:t>WBS </a:t>
              </a:r>
              <a:r>
                <a:rPr b="1" lang="ko">
                  <a:solidFill>
                    <a:srgbClr val="6AA84F"/>
                  </a:solidFill>
                  <a:latin typeface="Noto Sans KR"/>
                  <a:ea typeface="Noto Sans KR"/>
                  <a:cs typeface="Noto Sans KR"/>
                  <a:sym typeface="Noto Sans KR"/>
                </a:rPr>
                <a:t>- 전체 일정 관리</a:t>
              </a:r>
              <a:endParaRPr b="1">
                <a:solidFill>
                  <a:srgbClr val="6AA84F"/>
                </a:solidFill>
                <a:latin typeface="Noto Sans KR"/>
                <a:ea typeface="Noto Sans KR"/>
                <a:cs typeface="Noto Sans KR"/>
                <a:sym typeface="Noto Sans KR"/>
              </a:endParaRPr>
            </a:p>
            <a:p>
              <a:pPr indent="0" lvl="0" marL="0" rtl="0" algn="l">
                <a:lnSpc>
                  <a:spcPct val="115000"/>
                </a:lnSpc>
                <a:spcBef>
                  <a:spcPts val="0"/>
                </a:spcBef>
                <a:spcAft>
                  <a:spcPts val="0"/>
                </a:spcAft>
                <a:buNone/>
              </a:pPr>
              <a:r>
                <a:t/>
              </a:r>
              <a:endParaRPr b="1" sz="300">
                <a:solidFill>
                  <a:srgbClr val="000000"/>
                </a:solidFill>
                <a:latin typeface="Noto Sans KR"/>
                <a:ea typeface="Noto Sans KR"/>
                <a:cs typeface="Noto Sans KR"/>
                <a:sym typeface="Noto Sans KR"/>
              </a:endParaRPr>
            </a:p>
            <a:p>
              <a:pPr indent="0" lvl="0" marL="0" rtl="0" algn="ctr">
                <a:lnSpc>
                  <a:spcPct val="115000"/>
                </a:lnSpc>
                <a:spcBef>
                  <a:spcPts val="0"/>
                </a:spcBef>
                <a:spcAft>
                  <a:spcPts val="0"/>
                </a:spcAft>
                <a:buNone/>
              </a:pPr>
              <a:r>
                <a:rPr lang="ko" sz="1000">
                  <a:latin typeface="Noto Sans KR"/>
                  <a:ea typeface="Noto Sans KR"/>
                  <a:cs typeface="Noto Sans KR"/>
                  <a:sym typeface="Noto Sans KR"/>
                </a:rPr>
                <a:t>업무 분담 및</a:t>
              </a:r>
              <a:endParaRPr sz="1000">
                <a:latin typeface="Noto Sans KR"/>
                <a:ea typeface="Noto Sans KR"/>
                <a:cs typeface="Noto Sans KR"/>
                <a:sym typeface="Noto Sans KR"/>
              </a:endParaRPr>
            </a:p>
            <a:p>
              <a:pPr indent="0" lvl="0" marL="0" rtl="0" algn="ctr">
                <a:lnSpc>
                  <a:spcPct val="115000"/>
                </a:lnSpc>
                <a:spcBef>
                  <a:spcPts val="0"/>
                </a:spcBef>
                <a:spcAft>
                  <a:spcPts val="0"/>
                </a:spcAft>
                <a:buNone/>
              </a:pPr>
              <a:r>
                <a:rPr lang="ko" sz="1000">
                  <a:latin typeface="Noto Sans KR"/>
                  <a:ea typeface="Noto Sans KR"/>
                  <a:cs typeface="Noto Sans KR"/>
                  <a:sym typeface="Noto Sans KR"/>
                </a:rPr>
                <a:t>프로젝트 진행 상황 파악 용이</a:t>
              </a:r>
              <a:endParaRPr sz="1000">
                <a:latin typeface="Noto Sans KR"/>
                <a:ea typeface="Noto Sans KR"/>
                <a:cs typeface="Noto Sans KR"/>
                <a:sym typeface="Noto Sans KR"/>
              </a:endParaRPr>
            </a:p>
          </p:txBody>
        </p:sp>
      </p:grpSp>
      <p:sp>
        <p:nvSpPr>
          <p:cNvPr id="304" name="Google Shape;304;p25"/>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1. 프로젝트 소개</a:t>
            </a:r>
            <a:endParaRPr b="1" sz="1600">
              <a:solidFill>
                <a:srgbClr val="242A44"/>
              </a:solidFill>
              <a:latin typeface="Noto Sans KR"/>
              <a:ea typeface="Noto Sans KR"/>
              <a:cs typeface="Noto Sans KR"/>
              <a:sym typeface="Noto Sans KR"/>
            </a:endParaRPr>
          </a:p>
        </p:txBody>
      </p:sp>
      <p:sp>
        <p:nvSpPr>
          <p:cNvPr id="305" name="Google Shape;305;p25"/>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개발 일정</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309" name="Shape 309"/>
        <p:cNvGrpSpPr/>
        <p:nvPr/>
      </p:nvGrpSpPr>
      <p:grpSpPr>
        <a:xfrm>
          <a:off x="0" y="0"/>
          <a:ext cx="0" cy="0"/>
          <a:chOff x="0" y="0"/>
          <a:chExt cx="0" cy="0"/>
        </a:xfrm>
      </p:grpSpPr>
      <p:sp>
        <p:nvSpPr>
          <p:cNvPr id="310" name="Google Shape;310;p26"/>
          <p:cNvSpPr/>
          <p:nvPr/>
        </p:nvSpPr>
        <p:spPr>
          <a:xfrm>
            <a:off x="6815428" y="1484210"/>
            <a:ext cx="2067600" cy="3201000"/>
          </a:xfrm>
          <a:prstGeom prst="roundRect">
            <a:avLst>
              <a:gd fmla="val 9883"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p26"/>
          <p:cNvSpPr/>
          <p:nvPr/>
        </p:nvSpPr>
        <p:spPr>
          <a:xfrm>
            <a:off x="4642665" y="1484210"/>
            <a:ext cx="2067600" cy="3201000"/>
          </a:xfrm>
          <a:prstGeom prst="roundRect">
            <a:avLst>
              <a:gd fmla="val 9883"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p26"/>
          <p:cNvSpPr/>
          <p:nvPr/>
        </p:nvSpPr>
        <p:spPr>
          <a:xfrm>
            <a:off x="2450843" y="1471250"/>
            <a:ext cx="2067600" cy="3201000"/>
          </a:xfrm>
          <a:prstGeom prst="roundRect">
            <a:avLst>
              <a:gd fmla="val 9883"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26"/>
          <p:cNvSpPr/>
          <p:nvPr/>
        </p:nvSpPr>
        <p:spPr>
          <a:xfrm>
            <a:off x="253818" y="1471250"/>
            <a:ext cx="2067600" cy="3201000"/>
          </a:xfrm>
          <a:prstGeom prst="roundRect">
            <a:avLst>
              <a:gd fmla="val 9883"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4" name="Google Shape;314;p26"/>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315" name="Google Shape;315;p26"/>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316" name="Google Shape;316;p26"/>
          <p:cNvSpPr/>
          <p:nvPr/>
        </p:nvSpPr>
        <p:spPr>
          <a:xfrm>
            <a:off x="6824757" y="1478325"/>
            <a:ext cx="2060100" cy="3196500"/>
          </a:xfrm>
          <a:prstGeom prst="roundRect">
            <a:avLst>
              <a:gd fmla="val 9608" name="adj"/>
            </a:avLst>
          </a:prstGeom>
          <a:noFill/>
          <a:ln cap="flat" cmpd="sng" w="19050">
            <a:solidFill>
              <a:srgbClr val="242A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26"/>
          <p:cNvSpPr/>
          <p:nvPr/>
        </p:nvSpPr>
        <p:spPr>
          <a:xfrm>
            <a:off x="4647873" y="1478325"/>
            <a:ext cx="2060100" cy="3196500"/>
          </a:xfrm>
          <a:prstGeom prst="roundRect">
            <a:avLst>
              <a:gd fmla="val 9608" name="adj"/>
            </a:avLst>
          </a:prstGeom>
          <a:noFill/>
          <a:ln cap="flat" cmpd="sng" w="19050">
            <a:solidFill>
              <a:srgbClr val="242A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26"/>
          <p:cNvSpPr/>
          <p:nvPr/>
        </p:nvSpPr>
        <p:spPr>
          <a:xfrm>
            <a:off x="2453683" y="1478325"/>
            <a:ext cx="2060100" cy="3196500"/>
          </a:xfrm>
          <a:prstGeom prst="roundRect">
            <a:avLst>
              <a:gd fmla="val 9608" name="adj"/>
            </a:avLst>
          </a:prstGeom>
          <a:noFill/>
          <a:ln cap="flat" cmpd="sng" w="19050">
            <a:solidFill>
              <a:srgbClr val="242A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26"/>
          <p:cNvSpPr/>
          <p:nvPr/>
        </p:nvSpPr>
        <p:spPr>
          <a:xfrm>
            <a:off x="259143" y="1478325"/>
            <a:ext cx="2060100" cy="3196500"/>
          </a:xfrm>
          <a:prstGeom prst="roundRect">
            <a:avLst>
              <a:gd fmla="val 9608" name="adj"/>
            </a:avLst>
          </a:prstGeom>
          <a:noFill/>
          <a:ln cap="flat" cmpd="sng" w="19050">
            <a:solidFill>
              <a:srgbClr val="242A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Visual Studio Code" id="320" name="Google Shape;320;p26"/>
          <p:cNvPicPr preferRelativeResize="0"/>
          <p:nvPr/>
        </p:nvPicPr>
        <p:blipFill rotWithShape="1">
          <a:blip r:embed="rId4">
            <a:alphaModFix/>
          </a:blip>
          <a:srcRect b="0" l="0" r="0" t="0"/>
          <a:stretch/>
        </p:blipFill>
        <p:spPr>
          <a:xfrm>
            <a:off x="7047873" y="2118185"/>
            <a:ext cx="410950" cy="394622"/>
          </a:xfrm>
          <a:prstGeom prst="rect">
            <a:avLst/>
          </a:prstGeom>
          <a:noFill/>
          <a:ln>
            <a:noFill/>
          </a:ln>
        </p:spPr>
      </p:pic>
      <p:pic>
        <p:nvPicPr>
          <p:cNvPr descr="How to Install Spring Tool Suite (STS) in Eclipse - Learning to Write code  for Beginners with Tutorials" id="321" name="Google Shape;321;p26"/>
          <p:cNvPicPr preferRelativeResize="0"/>
          <p:nvPr/>
        </p:nvPicPr>
        <p:blipFill rotWithShape="1">
          <a:blip r:embed="rId5">
            <a:alphaModFix/>
          </a:blip>
          <a:srcRect b="8575" l="0" r="0" t="0"/>
          <a:stretch/>
        </p:blipFill>
        <p:spPr>
          <a:xfrm>
            <a:off x="7618001" y="1984200"/>
            <a:ext cx="1082950" cy="645749"/>
          </a:xfrm>
          <a:prstGeom prst="rect">
            <a:avLst/>
          </a:prstGeom>
          <a:noFill/>
          <a:ln>
            <a:noFill/>
          </a:ln>
        </p:spPr>
      </p:pic>
      <p:pic>
        <p:nvPicPr>
          <p:cNvPr descr="Spring Framework와 Spring Boot의 차이" id="322" name="Google Shape;322;p26"/>
          <p:cNvPicPr preferRelativeResize="0"/>
          <p:nvPr/>
        </p:nvPicPr>
        <p:blipFill rotWithShape="1">
          <a:blip r:embed="rId6">
            <a:alphaModFix/>
          </a:blip>
          <a:srcRect b="0" l="0" r="0" t="0"/>
          <a:stretch/>
        </p:blipFill>
        <p:spPr>
          <a:xfrm>
            <a:off x="2959212" y="3288750"/>
            <a:ext cx="1050887" cy="382582"/>
          </a:xfrm>
          <a:prstGeom prst="rect">
            <a:avLst/>
          </a:prstGeom>
          <a:noFill/>
          <a:ln>
            <a:noFill/>
          </a:ln>
        </p:spPr>
      </p:pic>
      <p:pic>
        <p:nvPicPr>
          <p:cNvPr descr="HTML과 CSS" id="323" name="Google Shape;323;p26"/>
          <p:cNvPicPr preferRelativeResize="0"/>
          <p:nvPr/>
        </p:nvPicPr>
        <p:blipFill rotWithShape="1">
          <a:blip r:embed="rId7">
            <a:alphaModFix/>
          </a:blip>
          <a:srcRect b="0" l="0" r="0" t="0"/>
          <a:stretch/>
        </p:blipFill>
        <p:spPr>
          <a:xfrm>
            <a:off x="383765" y="2086523"/>
            <a:ext cx="1810718" cy="1157069"/>
          </a:xfrm>
          <a:prstGeom prst="rect">
            <a:avLst/>
          </a:prstGeom>
          <a:noFill/>
          <a:ln>
            <a:noFill/>
          </a:ln>
        </p:spPr>
      </p:pic>
      <p:pic>
        <p:nvPicPr>
          <p:cNvPr descr="Gradle 멀티모듈 - 의존성을 관리하는 두 가지 방법" id="324" name="Google Shape;324;p26"/>
          <p:cNvPicPr preferRelativeResize="0"/>
          <p:nvPr/>
        </p:nvPicPr>
        <p:blipFill rotWithShape="1">
          <a:blip r:embed="rId8">
            <a:alphaModFix/>
          </a:blip>
          <a:srcRect b="0" l="0" r="0" t="0"/>
          <a:stretch/>
        </p:blipFill>
        <p:spPr>
          <a:xfrm>
            <a:off x="7039233" y="2711034"/>
            <a:ext cx="447595" cy="501969"/>
          </a:xfrm>
          <a:prstGeom prst="rect">
            <a:avLst/>
          </a:prstGeom>
          <a:noFill/>
          <a:ln>
            <a:noFill/>
          </a:ln>
        </p:spPr>
      </p:pic>
      <p:pic>
        <p:nvPicPr>
          <p:cNvPr descr="What is GitHub? — Pythia Foundations" id="325" name="Google Shape;325;p26"/>
          <p:cNvPicPr preferRelativeResize="0"/>
          <p:nvPr/>
        </p:nvPicPr>
        <p:blipFill rotWithShape="1">
          <a:blip r:embed="rId9">
            <a:alphaModFix/>
          </a:blip>
          <a:srcRect b="0" l="16299" r="15844" t="0"/>
          <a:stretch/>
        </p:blipFill>
        <p:spPr>
          <a:xfrm>
            <a:off x="8211651" y="2770336"/>
            <a:ext cx="498042" cy="443551"/>
          </a:xfrm>
          <a:prstGeom prst="rect">
            <a:avLst/>
          </a:prstGeom>
          <a:noFill/>
          <a:ln>
            <a:noFill/>
          </a:ln>
        </p:spPr>
      </p:pic>
      <p:pic>
        <p:nvPicPr>
          <p:cNvPr descr="MySQL 리뷰" id="326" name="Google Shape;326;p26"/>
          <p:cNvPicPr preferRelativeResize="0"/>
          <p:nvPr/>
        </p:nvPicPr>
        <p:blipFill rotWithShape="1">
          <a:blip r:embed="rId10">
            <a:alphaModFix/>
          </a:blip>
          <a:srcRect b="0" l="0" r="0" t="0"/>
          <a:stretch/>
        </p:blipFill>
        <p:spPr>
          <a:xfrm>
            <a:off x="5289693" y="2332911"/>
            <a:ext cx="875975" cy="875953"/>
          </a:xfrm>
          <a:prstGeom prst="rect">
            <a:avLst/>
          </a:prstGeom>
          <a:noFill/>
          <a:ln>
            <a:noFill/>
          </a:ln>
        </p:spPr>
      </p:pic>
      <p:pic>
        <p:nvPicPr>
          <p:cNvPr id="327" name="Google Shape;327;p26"/>
          <p:cNvPicPr preferRelativeResize="0"/>
          <p:nvPr/>
        </p:nvPicPr>
        <p:blipFill rotWithShape="1">
          <a:blip r:embed="rId11">
            <a:alphaModFix/>
          </a:blip>
          <a:srcRect b="0" l="0" r="0" t="0"/>
          <a:stretch/>
        </p:blipFill>
        <p:spPr>
          <a:xfrm>
            <a:off x="7643756" y="2770337"/>
            <a:ext cx="410970" cy="443544"/>
          </a:xfrm>
          <a:prstGeom prst="rect">
            <a:avLst/>
          </a:prstGeom>
          <a:noFill/>
          <a:ln>
            <a:noFill/>
          </a:ln>
        </p:spPr>
      </p:pic>
      <p:pic>
        <p:nvPicPr>
          <p:cNvPr descr="Google Docs' new update just made working on it so much easier -  BusinessToday" id="328" name="Google Shape;328;p26"/>
          <p:cNvPicPr preferRelativeResize="0"/>
          <p:nvPr/>
        </p:nvPicPr>
        <p:blipFill rotWithShape="1">
          <a:blip r:embed="rId12">
            <a:alphaModFix/>
          </a:blip>
          <a:srcRect b="0" l="21375" r="22624" t="0"/>
          <a:stretch/>
        </p:blipFill>
        <p:spPr>
          <a:xfrm>
            <a:off x="7039233" y="3356225"/>
            <a:ext cx="447595" cy="486559"/>
          </a:xfrm>
          <a:prstGeom prst="rect">
            <a:avLst/>
          </a:prstGeom>
          <a:noFill/>
          <a:ln>
            <a:noFill/>
          </a:ln>
        </p:spPr>
      </p:pic>
      <p:pic>
        <p:nvPicPr>
          <p:cNvPr descr="JPA란 무엇일까? - (JPA의 개념, 사용 이유)" id="329" name="Google Shape;329;p26"/>
          <p:cNvPicPr preferRelativeResize="0"/>
          <p:nvPr/>
        </p:nvPicPr>
        <p:blipFill rotWithShape="1">
          <a:blip r:embed="rId13">
            <a:alphaModFix/>
          </a:blip>
          <a:srcRect b="0" l="0" r="0" t="0"/>
          <a:stretch/>
        </p:blipFill>
        <p:spPr>
          <a:xfrm>
            <a:off x="2968946" y="3875208"/>
            <a:ext cx="1031408" cy="554622"/>
          </a:xfrm>
          <a:prstGeom prst="rect">
            <a:avLst/>
          </a:prstGeom>
          <a:noFill/>
          <a:ln>
            <a:noFill/>
          </a:ln>
        </p:spPr>
      </p:pic>
      <p:pic>
        <p:nvPicPr>
          <p:cNvPr descr="Java - 나무위키" id="330" name="Google Shape;330;p26"/>
          <p:cNvPicPr preferRelativeResize="0"/>
          <p:nvPr/>
        </p:nvPicPr>
        <p:blipFill rotWithShape="1">
          <a:blip r:embed="rId14">
            <a:alphaModFix/>
          </a:blip>
          <a:srcRect b="0" l="0" r="0" t="0"/>
          <a:stretch/>
        </p:blipFill>
        <p:spPr>
          <a:xfrm>
            <a:off x="3243372" y="2171993"/>
            <a:ext cx="482562" cy="864603"/>
          </a:xfrm>
          <a:prstGeom prst="rect">
            <a:avLst/>
          </a:prstGeom>
          <a:noFill/>
          <a:ln>
            <a:noFill/>
          </a:ln>
        </p:spPr>
      </p:pic>
      <p:pic>
        <p:nvPicPr>
          <p:cNvPr descr="JQuery 시작하기" id="331" name="Google Shape;331;p26"/>
          <p:cNvPicPr preferRelativeResize="0"/>
          <p:nvPr/>
        </p:nvPicPr>
        <p:blipFill rotWithShape="1">
          <a:blip r:embed="rId15">
            <a:alphaModFix/>
          </a:blip>
          <a:srcRect b="0" l="0" r="0" t="0"/>
          <a:stretch/>
        </p:blipFill>
        <p:spPr>
          <a:xfrm>
            <a:off x="1009396" y="3320548"/>
            <a:ext cx="577594" cy="554642"/>
          </a:xfrm>
          <a:prstGeom prst="rect">
            <a:avLst/>
          </a:prstGeom>
          <a:noFill/>
          <a:ln>
            <a:noFill/>
          </a:ln>
        </p:spPr>
      </p:pic>
      <p:sp>
        <p:nvSpPr>
          <p:cNvPr id="332" name="Google Shape;332;p26"/>
          <p:cNvSpPr txBox="1"/>
          <p:nvPr/>
        </p:nvSpPr>
        <p:spPr>
          <a:xfrm>
            <a:off x="478355" y="1582961"/>
            <a:ext cx="1621500" cy="336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Front - End</a:t>
            </a:r>
            <a:endParaRPr b="1" sz="1900">
              <a:solidFill>
                <a:srgbClr val="242A44"/>
              </a:solidFill>
              <a:latin typeface="Noto Sans KR"/>
              <a:ea typeface="Noto Sans KR"/>
              <a:cs typeface="Noto Sans KR"/>
              <a:sym typeface="Noto Sans KR"/>
            </a:endParaRPr>
          </a:p>
        </p:txBody>
      </p:sp>
      <p:cxnSp>
        <p:nvCxnSpPr>
          <p:cNvPr id="333" name="Google Shape;333;p26"/>
          <p:cNvCxnSpPr/>
          <p:nvPr/>
        </p:nvCxnSpPr>
        <p:spPr>
          <a:xfrm>
            <a:off x="440129" y="1919973"/>
            <a:ext cx="1716000" cy="0"/>
          </a:xfrm>
          <a:prstGeom prst="straightConnector1">
            <a:avLst/>
          </a:prstGeom>
          <a:noFill/>
          <a:ln cap="flat" cmpd="sng" w="9525">
            <a:solidFill>
              <a:srgbClr val="242A44"/>
            </a:solidFill>
            <a:prstDash val="solid"/>
            <a:round/>
            <a:headEnd len="med" w="med" type="none"/>
            <a:tailEnd len="med" w="med" type="none"/>
          </a:ln>
        </p:spPr>
      </p:cxnSp>
      <p:sp>
        <p:nvSpPr>
          <p:cNvPr id="334" name="Google Shape;334;p26"/>
          <p:cNvSpPr txBox="1"/>
          <p:nvPr/>
        </p:nvSpPr>
        <p:spPr>
          <a:xfrm>
            <a:off x="2672895" y="1582961"/>
            <a:ext cx="1621500" cy="336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Back - End</a:t>
            </a:r>
            <a:endParaRPr b="1" sz="1900">
              <a:solidFill>
                <a:srgbClr val="242A44"/>
              </a:solidFill>
              <a:latin typeface="Noto Sans KR"/>
              <a:ea typeface="Noto Sans KR"/>
              <a:cs typeface="Noto Sans KR"/>
              <a:sym typeface="Noto Sans KR"/>
            </a:endParaRPr>
          </a:p>
        </p:txBody>
      </p:sp>
      <p:cxnSp>
        <p:nvCxnSpPr>
          <p:cNvPr id="335" name="Google Shape;335;p26"/>
          <p:cNvCxnSpPr/>
          <p:nvPr/>
        </p:nvCxnSpPr>
        <p:spPr>
          <a:xfrm>
            <a:off x="2634669" y="1919973"/>
            <a:ext cx="1716000" cy="0"/>
          </a:xfrm>
          <a:prstGeom prst="straightConnector1">
            <a:avLst/>
          </a:prstGeom>
          <a:noFill/>
          <a:ln cap="flat" cmpd="sng" w="9525">
            <a:solidFill>
              <a:srgbClr val="242A44"/>
            </a:solidFill>
            <a:prstDash val="solid"/>
            <a:round/>
            <a:headEnd len="med" w="med" type="none"/>
            <a:tailEnd len="med" w="med" type="none"/>
          </a:ln>
        </p:spPr>
      </p:cxnSp>
      <p:sp>
        <p:nvSpPr>
          <p:cNvPr id="336" name="Google Shape;336;p26"/>
          <p:cNvSpPr txBox="1"/>
          <p:nvPr/>
        </p:nvSpPr>
        <p:spPr>
          <a:xfrm>
            <a:off x="4867085" y="1582961"/>
            <a:ext cx="1621500" cy="336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DBMS</a:t>
            </a:r>
            <a:endParaRPr b="1" sz="1900">
              <a:solidFill>
                <a:srgbClr val="242A44"/>
              </a:solidFill>
              <a:latin typeface="Noto Sans KR"/>
              <a:ea typeface="Noto Sans KR"/>
              <a:cs typeface="Noto Sans KR"/>
              <a:sym typeface="Noto Sans KR"/>
            </a:endParaRPr>
          </a:p>
        </p:txBody>
      </p:sp>
      <p:cxnSp>
        <p:nvCxnSpPr>
          <p:cNvPr id="337" name="Google Shape;337;p26"/>
          <p:cNvCxnSpPr/>
          <p:nvPr/>
        </p:nvCxnSpPr>
        <p:spPr>
          <a:xfrm>
            <a:off x="4828859" y="1919973"/>
            <a:ext cx="1716000" cy="0"/>
          </a:xfrm>
          <a:prstGeom prst="straightConnector1">
            <a:avLst/>
          </a:prstGeom>
          <a:noFill/>
          <a:ln cap="flat" cmpd="sng" w="9525">
            <a:solidFill>
              <a:srgbClr val="242A44"/>
            </a:solidFill>
            <a:prstDash val="solid"/>
            <a:round/>
            <a:headEnd len="med" w="med" type="none"/>
            <a:tailEnd len="med" w="med" type="none"/>
          </a:ln>
        </p:spPr>
      </p:cxnSp>
      <p:sp>
        <p:nvSpPr>
          <p:cNvPr id="338" name="Google Shape;338;p26"/>
          <p:cNvSpPr txBox="1"/>
          <p:nvPr/>
        </p:nvSpPr>
        <p:spPr>
          <a:xfrm>
            <a:off x="7043969" y="1582961"/>
            <a:ext cx="1621500" cy="336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Tools</a:t>
            </a:r>
            <a:endParaRPr b="1" sz="1900">
              <a:solidFill>
                <a:srgbClr val="242A44"/>
              </a:solidFill>
              <a:latin typeface="Noto Sans KR"/>
              <a:ea typeface="Noto Sans KR"/>
              <a:cs typeface="Noto Sans KR"/>
              <a:sym typeface="Noto Sans KR"/>
            </a:endParaRPr>
          </a:p>
        </p:txBody>
      </p:sp>
      <p:cxnSp>
        <p:nvCxnSpPr>
          <p:cNvPr id="339" name="Google Shape;339;p26"/>
          <p:cNvCxnSpPr/>
          <p:nvPr/>
        </p:nvCxnSpPr>
        <p:spPr>
          <a:xfrm>
            <a:off x="7005743" y="1919973"/>
            <a:ext cx="1716000" cy="0"/>
          </a:xfrm>
          <a:prstGeom prst="straightConnector1">
            <a:avLst/>
          </a:prstGeom>
          <a:noFill/>
          <a:ln cap="flat" cmpd="sng" w="9525">
            <a:solidFill>
              <a:srgbClr val="242A44"/>
            </a:solidFill>
            <a:prstDash val="solid"/>
            <a:round/>
            <a:headEnd len="med" w="med" type="none"/>
            <a:tailEnd len="med" w="med" type="none"/>
          </a:ln>
        </p:spPr>
      </p:cxnSp>
      <p:pic>
        <p:nvPicPr>
          <p:cNvPr id="340" name="Google Shape;340;p26"/>
          <p:cNvPicPr preferRelativeResize="0"/>
          <p:nvPr/>
        </p:nvPicPr>
        <p:blipFill>
          <a:blip r:embed="rId16">
            <a:alphaModFix/>
          </a:blip>
          <a:stretch>
            <a:fillRect/>
          </a:stretch>
        </p:blipFill>
        <p:spPr>
          <a:xfrm>
            <a:off x="7643754" y="3384966"/>
            <a:ext cx="1082950" cy="446850"/>
          </a:xfrm>
          <a:prstGeom prst="rect">
            <a:avLst/>
          </a:prstGeom>
          <a:noFill/>
          <a:ln>
            <a:noFill/>
          </a:ln>
        </p:spPr>
      </p:pic>
      <p:pic>
        <p:nvPicPr>
          <p:cNvPr id="341" name="Google Shape;341;p26"/>
          <p:cNvPicPr preferRelativeResize="0"/>
          <p:nvPr/>
        </p:nvPicPr>
        <p:blipFill>
          <a:blip r:embed="rId17">
            <a:alphaModFix/>
          </a:blip>
          <a:stretch>
            <a:fillRect/>
          </a:stretch>
        </p:blipFill>
        <p:spPr>
          <a:xfrm>
            <a:off x="7553400" y="3980275"/>
            <a:ext cx="1212250" cy="484875"/>
          </a:xfrm>
          <a:prstGeom prst="rect">
            <a:avLst/>
          </a:prstGeom>
          <a:noFill/>
          <a:ln>
            <a:noFill/>
          </a:ln>
        </p:spPr>
      </p:pic>
      <p:grpSp>
        <p:nvGrpSpPr>
          <p:cNvPr id="342" name="Google Shape;342;p26"/>
          <p:cNvGrpSpPr/>
          <p:nvPr/>
        </p:nvGrpSpPr>
        <p:grpSpPr>
          <a:xfrm>
            <a:off x="7057538" y="3905274"/>
            <a:ext cx="410974" cy="672000"/>
            <a:chOff x="7057538" y="3905274"/>
            <a:chExt cx="410974" cy="672000"/>
          </a:xfrm>
        </p:grpSpPr>
        <p:pic>
          <p:nvPicPr>
            <p:cNvPr id="343" name="Google Shape;343;p26"/>
            <p:cNvPicPr preferRelativeResize="0"/>
            <p:nvPr/>
          </p:nvPicPr>
          <p:blipFill rotWithShape="1">
            <a:blip r:embed="rId18">
              <a:alphaModFix/>
            </a:blip>
            <a:srcRect b="0" l="0" r="63076" t="0"/>
            <a:stretch/>
          </p:blipFill>
          <p:spPr>
            <a:xfrm>
              <a:off x="7057538" y="3905274"/>
              <a:ext cx="398182" cy="561360"/>
            </a:xfrm>
            <a:prstGeom prst="rect">
              <a:avLst/>
            </a:prstGeom>
            <a:noFill/>
            <a:ln>
              <a:noFill/>
            </a:ln>
          </p:spPr>
        </p:pic>
        <p:pic>
          <p:nvPicPr>
            <p:cNvPr id="344" name="Google Shape;344;p26"/>
            <p:cNvPicPr preferRelativeResize="0"/>
            <p:nvPr/>
          </p:nvPicPr>
          <p:blipFill rotWithShape="1">
            <a:blip r:embed="rId18">
              <a:alphaModFix/>
            </a:blip>
            <a:srcRect b="31429" l="37342" r="13039" t="22593"/>
            <a:stretch/>
          </p:blipFill>
          <p:spPr>
            <a:xfrm>
              <a:off x="7057538" y="4379045"/>
              <a:ext cx="410974" cy="198228"/>
            </a:xfrm>
            <a:prstGeom prst="rect">
              <a:avLst/>
            </a:prstGeom>
            <a:noFill/>
            <a:ln>
              <a:noFill/>
            </a:ln>
          </p:spPr>
        </p:pic>
      </p:grpSp>
      <p:sp>
        <p:nvSpPr>
          <p:cNvPr id="345" name="Google Shape;345;p26"/>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1. 프로젝트 소개</a:t>
            </a:r>
            <a:endParaRPr b="1" sz="1600">
              <a:solidFill>
                <a:srgbClr val="242A44"/>
              </a:solidFill>
              <a:latin typeface="Noto Sans KR"/>
              <a:ea typeface="Noto Sans KR"/>
              <a:cs typeface="Noto Sans KR"/>
              <a:sym typeface="Noto Sans KR"/>
            </a:endParaRPr>
          </a:p>
        </p:txBody>
      </p:sp>
      <p:sp>
        <p:nvSpPr>
          <p:cNvPr id="346" name="Google Shape;346;p26"/>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개발 환경</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A44"/>
        </a:solidFill>
      </p:bgPr>
    </p:bg>
    <p:spTree>
      <p:nvGrpSpPr>
        <p:cNvPr id="350" name="Shape 350"/>
        <p:cNvGrpSpPr/>
        <p:nvPr/>
      </p:nvGrpSpPr>
      <p:grpSpPr>
        <a:xfrm>
          <a:off x="0" y="0"/>
          <a:ext cx="0" cy="0"/>
          <a:chOff x="0" y="0"/>
          <a:chExt cx="0" cy="0"/>
        </a:xfrm>
      </p:grpSpPr>
      <p:pic>
        <p:nvPicPr>
          <p:cNvPr id="351" name="Google Shape;351;p27"/>
          <p:cNvPicPr preferRelativeResize="0"/>
          <p:nvPr/>
        </p:nvPicPr>
        <p:blipFill rotWithShape="1">
          <a:blip r:embed="rId3">
            <a:alphaModFix/>
          </a:blip>
          <a:srcRect b="0" l="0" r="0" t="0"/>
          <a:stretch/>
        </p:blipFill>
        <p:spPr>
          <a:xfrm>
            <a:off x="0" y="0"/>
            <a:ext cx="9142858" cy="5142857"/>
          </a:xfrm>
          <a:prstGeom prst="rect">
            <a:avLst/>
          </a:prstGeom>
          <a:noFill/>
          <a:ln>
            <a:noFill/>
          </a:ln>
        </p:spPr>
      </p:pic>
      <p:pic>
        <p:nvPicPr>
          <p:cNvPr id="352" name="Google Shape;352;p27"/>
          <p:cNvPicPr preferRelativeResize="0"/>
          <p:nvPr/>
        </p:nvPicPr>
        <p:blipFill rotWithShape="1">
          <a:blip r:embed="rId4">
            <a:alphaModFix/>
          </a:blip>
          <a:srcRect b="0" l="0" r="0" t="0"/>
          <a:stretch/>
        </p:blipFill>
        <p:spPr>
          <a:xfrm>
            <a:off x="4443239" y="0"/>
            <a:ext cx="256379" cy="128256"/>
          </a:xfrm>
          <a:prstGeom prst="rect">
            <a:avLst/>
          </a:prstGeom>
          <a:noFill/>
          <a:ln>
            <a:noFill/>
          </a:ln>
        </p:spPr>
      </p:pic>
      <p:grpSp>
        <p:nvGrpSpPr>
          <p:cNvPr id="353" name="Google Shape;353;p27"/>
          <p:cNvGrpSpPr/>
          <p:nvPr/>
        </p:nvGrpSpPr>
        <p:grpSpPr>
          <a:xfrm>
            <a:off x="1278925" y="1908275"/>
            <a:ext cx="6585000" cy="1326300"/>
            <a:chOff x="1279500" y="2163900"/>
            <a:chExt cx="6585000" cy="1326300"/>
          </a:xfrm>
        </p:grpSpPr>
        <p:sp>
          <p:nvSpPr>
            <p:cNvPr id="354" name="Google Shape;354;p27"/>
            <p:cNvSpPr txBox="1"/>
            <p:nvPr/>
          </p:nvSpPr>
          <p:spPr>
            <a:xfrm>
              <a:off x="1342497" y="2163900"/>
              <a:ext cx="6459000" cy="81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4100">
                  <a:solidFill>
                    <a:srgbClr val="F0660C"/>
                  </a:solidFill>
                  <a:latin typeface="Noto Sans KR"/>
                  <a:ea typeface="Noto Sans KR"/>
                  <a:cs typeface="Noto Sans KR"/>
                  <a:sym typeface="Noto Sans KR"/>
                </a:rPr>
                <a:t>2</a:t>
              </a:r>
              <a:r>
                <a:rPr b="1" lang="ko" sz="4100">
                  <a:solidFill>
                    <a:srgbClr val="F0660C"/>
                  </a:solidFill>
                  <a:latin typeface="Noto Sans KR"/>
                  <a:ea typeface="Noto Sans KR"/>
                  <a:cs typeface="Noto Sans KR"/>
                  <a:sym typeface="Noto Sans KR"/>
                </a:rPr>
                <a:t>. 프로젝트 설계</a:t>
              </a:r>
              <a:endParaRPr b="1" sz="4100">
                <a:solidFill>
                  <a:srgbClr val="F0660C"/>
                </a:solidFill>
                <a:latin typeface="Noto Sans KR"/>
                <a:ea typeface="Noto Sans KR"/>
                <a:cs typeface="Noto Sans KR"/>
                <a:sym typeface="Noto Sans KR"/>
              </a:endParaRPr>
            </a:p>
          </p:txBody>
        </p:sp>
        <p:sp>
          <p:nvSpPr>
            <p:cNvPr id="355" name="Google Shape;355;p27"/>
            <p:cNvSpPr txBox="1"/>
            <p:nvPr/>
          </p:nvSpPr>
          <p:spPr>
            <a:xfrm>
              <a:off x="1279500" y="2903400"/>
              <a:ext cx="6585000" cy="58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1500">
                  <a:solidFill>
                    <a:srgbClr val="F3F4F9"/>
                  </a:solidFill>
                </a:rPr>
                <a:t>요구사항 분석 / ERD / Flow-chart / 브랜치 관리 전략/ 주요 기능</a:t>
              </a:r>
              <a:endParaRPr sz="1500">
                <a:solidFill>
                  <a:srgbClr val="F3F4F9"/>
                </a:solidFill>
              </a:endParaRPr>
            </a:p>
          </p:txBody>
        </p:sp>
      </p:grpSp>
      <p:sp>
        <p:nvSpPr>
          <p:cNvPr id="356" name="Google Shape;356;p27"/>
          <p:cNvSpPr txBox="1"/>
          <p:nvPr/>
        </p:nvSpPr>
        <p:spPr>
          <a:xfrm>
            <a:off x="102550" y="4717666"/>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B7B7B7"/>
                </a:solidFill>
                <a:latin typeface="Noto Sans KR"/>
                <a:ea typeface="Noto Sans KR"/>
                <a:cs typeface="Noto Sans KR"/>
                <a:sym typeface="Noto Sans KR"/>
              </a:rPr>
              <a:t>소비자 중심 </a:t>
            </a:r>
            <a:r>
              <a:rPr b="1" lang="ko" sz="800">
                <a:solidFill>
                  <a:srgbClr val="B7B7B7"/>
                </a:solidFill>
                <a:latin typeface="Noto Sans KR"/>
                <a:ea typeface="Noto Sans KR"/>
                <a:cs typeface="Noto Sans KR"/>
                <a:sym typeface="Noto Sans KR"/>
              </a:rPr>
              <a:t>JM ERP Solution</a:t>
            </a:r>
            <a:endParaRPr b="1" sz="800">
              <a:solidFill>
                <a:srgbClr val="B7B7B7"/>
              </a:solidFill>
              <a:latin typeface="Noto Sans KR"/>
              <a:ea typeface="Noto Sans KR"/>
              <a:cs typeface="Noto Sans KR"/>
              <a:sym typeface="Noto Sans K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360" name="Shape 360"/>
        <p:cNvGrpSpPr/>
        <p:nvPr/>
      </p:nvGrpSpPr>
      <p:grpSpPr>
        <a:xfrm>
          <a:off x="0" y="0"/>
          <a:ext cx="0" cy="0"/>
          <a:chOff x="0" y="0"/>
          <a:chExt cx="0" cy="0"/>
        </a:xfrm>
      </p:grpSpPr>
      <p:pic>
        <p:nvPicPr>
          <p:cNvPr id="361" name="Google Shape;361;p28"/>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362" name="Google Shape;362;p28"/>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2</a:t>
            </a:r>
            <a:r>
              <a:rPr b="1" lang="ko" sz="1600">
                <a:solidFill>
                  <a:srgbClr val="242A44"/>
                </a:solidFill>
                <a:latin typeface="Noto Sans KR"/>
                <a:ea typeface="Noto Sans KR"/>
                <a:cs typeface="Noto Sans KR"/>
                <a:sym typeface="Noto Sans KR"/>
              </a:rPr>
              <a:t>. 프로젝트 설계</a:t>
            </a:r>
            <a:endParaRPr b="1" sz="1600">
              <a:solidFill>
                <a:srgbClr val="242A44"/>
              </a:solidFill>
              <a:latin typeface="Noto Sans KR"/>
              <a:ea typeface="Noto Sans KR"/>
              <a:cs typeface="Noto Sans KR"/>
              <a:sym typeface="Noto Sans KR"/>
            </a:endParaRPr>
          </a:p>
        </p:txBody>
      </p:sp>
      <p:sp>
        <p:nvSpPr>
          <p:cNvPr id="363" name="Google Shape;363;p28"/>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364" name="Google Shape;364;p28"/>
          <p:cNvSpPr txBox="1"/>
          <p:nvPr/>
        </p:nvSpPr>
        <p:spPr>
          <a:xfrm>
            <a:off x="251075" y="306550"/>
            <a:ext cx="2909700" cy="8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3300">
                <a:solidFill>
                  <a:schemeClr val="dk1"/>
                </a:solidFill>
                <a:latin typeface="Noto Sans KR"/>
                <a:ea typeface="Noto Sans KR"/>
                <a:cs typeface="Noto Sans KR"/>
                <a:sym typeface="Noto Sans KR"/>
              </a:rPr>
              <a:t>요구사항 분석</a:t>
            </a:r>
            <a:endParaRPr b="1" sz="3300">
              <a:solidFill>
                <a:schemeClr val="dk1"/>
              </a:solidFill>
              <a:latin typeface="Noto Sans KR"/>
              <a:ea typeface="Noto Sans KR"/>
              <a:cs typeface="Noto Sans KR"/>
              <a:sym typeface="Noto Sans KR"/>
            </a:endParaRPr>
          </a:p>
        </p:txBody>
      </p:sp>
      <p:sp>
        <p:nvSpPr>
          <p:cNvPr id="365" name="Google Shape;365;p28"/>
          <p:cNvSpPr/>
          <p:nvPr/>
        </p:nvSpPr>
        <p:spPr>
          <a:xfrm>
            <a:off x="2090775" y="1329075"/>
            <a:ext cx="830100" cy="830100"/>
          </a:xfrm>
          <a:prstGeom prst="ellipse">
            <a:avLst/>
          </a:prstGeom>
          <a:noFill/>
          <a:ln cap="flat" cmpd="sng" w="19050">
            <a:solidFill>
              <a:srgbClr val="242A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28"/>
          <p:cNvSpPr txBox="1"/>
          <p:nvPr/>
        </p:nvSpPr>
        <p:spPr>
          <a:xfrm>
            <a:off x="3204000" y="1329075"/>
            <a:ext cx="3848100" cy="830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ko" sz="1600">
                <a:solidFill>
                  <a:srgbClr val="242A44"/>
                </a:solidFill>
                <a:latin typeface="Noto Sans KR"/>
                <a:ea typeface="Noto Sans KR"/>
                <a:cs typeface="Noto Sans KR"/>
                <a:sym typeface="Noto Sans KR"/>
              </a:rPr>
              <a:t>상품별 판매현황 시각화</a:t>
            </a:r>
            <a:endParaRPr b="1" sz="1600">
              <a:solidFill>
                <a:srgbClr val="242A44"/>
              </a:solidFill>
              <a:latin typeface="Noto Sans KR"/>
              <a:ea typeface="Noto Sans KR"/>
              <a:cs typeface="Noto Sans KR"/>
              <a:sym typeface="Noto Sans KR"/>
            </a:endParaRPr>
          </a:p>
          <a:p>
            <a:pPr indent="457200" lvl="0" marL="0" rtl="0" algn="l">
              <a:spcBef>
                <a:spcPts val="0"/>
              </a:spcBef>
              <a:spcAft>
                <a:spcPts val="0"/>
              </a:spcAft>
              <a:buNone/>
            </a:pPr>
            <a:r>
              <a:rPr lang="ko" sz="1300">
                <a:solidFill>
                  <a:srgbClr val="242A44"/>
                </a:solidFill>
                <a:latin typeface="Noto Sans KR"/>
                <a:ea typeface="Noto Sans KR"/>
                <a:cs typeface="Noto Sans KR"/>
                <a:sym typeface="Noto Sans KR"/>
              </a:rPr>
              <a:t>→ 데이터 분석 그래프 생성, 상품 예측</a:t>
            </a:r>
            <a:endParaRPr sz="1300">
              <a:solidFill>
                <a:srgbClr val="242A44"/>
              </a:solidFill>
              <a:latin typeface="Noto Sans KR"/>
              <a:ea typeface="Noto Sans KR"/>
              <a:cs typeface="Noto Sans KR"/>
              <a:sym typeface="Noto Sans KR"/>
            </a:endParaRPr>
          </a:p>
        </p:txBody>
      </p:sp>
      <p:sp>
        <p:nvSpPr>
          <p:cNvPr id="367" name="Google Shape;367;p28"/>
          <p:cNvSpPr/>
          <p:nvPr/>
        </p:nvSpPr>
        <p:spPr>
          <a:xfrm>
            <a:off x="2090775" y="2395875"/>
            <a:ext cx="830100" cy="830100"/>
          </a:xfrm>
          <a:prstGeom prst="ellipse">
            <a:avLst/>
          </a:prstGeom>
          <a:noFill/>
          <a:ln cap="flat" cmpd="sng" w="19050">
            <a:solidFill>
              <a:srgbClr val="242A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28"/>
          <p:cNvSpPr txBox="1"/>
          <p:nvPr/>
        </p:nvSpPr>
        <p:spPr>
          <a:xfrm>
            <a:off x="3204000" y="2395875"/>
            <a:ext cx="3848100" cy="830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ko" sz="1600">
                <a:solidFill>
                  <a:srgbClr val="242A44"/>
                </a:solidFill>
                <a:latin typeface="Noto Sans KR"/>
                <a:ea typeface="Noto Sans KR"/>
                <a:cs typeface="Noto Sans KR"/>
                <a:sym typeface="Noto Sans KR"/>
              </a:rPr>
              <a:t>기본적인 ERP 기능 유지</a:t>
            </a:r>
            <a:endParaRPr b="1" sz="1600">
              <a:solidFill>
                <a:srgbClr val="242A44"/>
              </a:solidFill>
              <a:latin typeface="Noto Sans KR"/>
              <a:ea typeface="Noto Sans KR"/>
              <a:cs typeface="Noto Sans KR"/>
              <a:sym typeface="Noto Sans KR"/>
            </a:endParaRPr>
          </a:p>
          <a:p>
            <a:pPr indent="457200" lvl="0" marL="0" rtl="0" algn="l">
              <a:spcBef>
                <a:spcPts val="0"/>
              </a:spcBef>
              <a:spcAft>
                <a:spcPts val="0"/>
              </a:spcAft>
              <a:buNone/>
            </a:pPr>
            <a:r>
              <a:rPr lang="ko" sz="1300">
                <a:solidFill>
                  <a:srgbClr val="242A44"/>
                </a:solidFill>
                <a:latin typeface="Noto Sans KR"/>
                <a:ea typeface="Noto Sans KR"/>
                <a:cs typeface="Noto Sans KR"/>
                <a:sym typeface="Noto Sans KR"/>
              </a:rPr>
              <a:t>→ 기업 관리 시스템 구현</a:t>
            </a:r>
            <a:endParaRPr sz="1300">
              <a:solidFill>
                <a:srgbClr val="242A44"/>
              </a:solidFill>
              <a:latin typeface="Noto Sans KR"/>
              <a:ea typeface="Noto Sans KR"/>
              <a:cs typeface="Noto Sans KR"/>
              <a:sym typeface="Noto Sans KR"/>
            </a:endParaRPr>
          </a:p>
        </p:txBody>
      </p:sp>
      <p:sp>
        <p:nvSpPr>
          <p:cNvPr id="369" name="Google Shape;369;p28"/>
          <p:cNvSpPr/>
          <p:nvPr/>
        </p:nvSpPr>
        <p:spPr>
          <a:xfrm>
            <a:off x="2090775" y="3462675"/>
            <a:ext cx="830100" cy="830100"/>
          </a:xfrm>
          <a:prstGeom prst="ellipse">
            <a:avLst/>
          </a:prstGeom>
          <a:noFill/>
          <a:ln cap="flat" cmpd="sng" w="19050">
            <a:solidFill>
              <a:srgbClr val="242A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0" name="Google Shape;370;p28"/>
          <p:cNvSpPr txBox="1"/>
          <p:nvPr/>
        </p:nvSpPr>
        <p:spPr>
          <a:xfrm>
            <a:off x="3204000" y="3462675"/>
            <a:ext cx="3848100" cy="830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ko" sz="1600">
                <a:solidFill>
                  <a:srgbClr val="242A44"/>
                </a:solidFill>
                <a:latin typeface="Noto Sans KR"/>
                <a:ea typeface="Noto Sans KR"/>
                <a:cs typeface="Noto Sans KR"/>
                <a:sym typeface="Noto Sans KR"/>
              </a:rPr>
              <a:t>상신 및 권한 기능 부여</a:t>
            </a:r>
            <a:endParaRPr b="1" sz="1600">
              <a:solidFill>
                <a:srgbClr val="242A44"/>
              </a:solidFill>
              <a:latin typeface="Noto Sans KR"/>
              <a:ea typeface="Noto Sans KR"/>
              <a:cs typeface="Noto Sans KR"/>
              <a:sym typeface="Noto Sans KR"/>
            </a:endParaRPr>
          </a:p>
          <a:p>
            <a:pPr indent="457200" lvl="0" marL="0" rtl="0" algn="l">
              <a:spcBef>
                <a:spcPts val="0"/>
              </a:spcBef>
              <a:spcAft>
                <a:spcPts val="0"/>
              </a:spcAft>
              <a:buNone/>
            </a:pPr>
            <a:r>
              <a:rPr lang="ko" sz="1300">
                <a:solidFill>
                  <a:srgbClr val="242A44"/>
                </a:solidFill>
                <a:latin typeface="Noto Sans KR"/>
                <a:ea typeface="Noto Sans KR"/>
                <a:cs typeface="Noto Sans KR"/>
                <a:sym typeface="Noto Sans KR"/>
              </a:rPr>
              <a:t>→ 부서 간 협업 시스템, 보안, 팀별 권한 부여</a:t>
            </a:r>
            <a:endParaRPr sz="1300">
              <a:solidFill>
                <a:srgbClr val="242A44"/>
              </a:solidFill>
              <a:latin typeface="Noto Sans KR"/>
              <a:ea typeface="Noto Sans KR"/>
              <a:cs typeface="Noto Sans KR"/>
              <a:sym typeface="Noto Sans KR"/>
            </a:endParaRPr>
          </a:p>
        </p:txBody>
      </p:sp>
      <p:pic>
        <p:nvPicPr>
          <p:cNvPr id="371" name="Google Shape;371;p28"/>
          <p:cNvPicPr preferRelativeResize="0"/>
          <p:nvPr/>
        </p:nvPicPr>
        <p:blipFill>
          <a:blip r:embed="rId4">
            <a:alphaModFix/>
          </a:blip>
          <a:stretch>
            <a:fillRect/>
          </a:stretch>
        </p:blipFill>
        <p:spPr>
          <a:xfrm>
            <a:off x="2239100" y="1483000"/>
            <a:ext cx="533450" cy="533450"/>
          </a:xfrm>
          <a:prstGeom prst="rect">
            <a:avLst/>
          </a:prstGeom>
          <a:noFill/>
          <a:ln>
            <a:noFill/>
          </a:ln>
        </p:spPr>
      </p:pic>
      <p:pic>
        <p:nvPicPr>
          <p:cNvPr id="372" name="Google Shape;372;p28"/>
          <p:cNvPicPr preferRelativeResize="0"/>
          <p:nvPr/>
        </p:nvPicPr>
        <p:blipFill>
          <a:blip r:embed="rId5">
            <a:alphaModFix/>
          </a:blip>
          <a:stretch>
            <a:fillRect/>
          </a:stretch>
        </p:blipFill>
        <p:spPr>
          <a:xfrm>
            <a:off x="2269325" y="2571750"/>
            <a:ext cx="489550" cy="489550"/>
          </a:xfrm>
          <a:prstGeom prst="rect">
            <a:avLst/>
          </a:prstGeom>
          <a:noFill/>
          <a:ln>
            <a:noFill/>
          </a:ln>
        </p:spPr>
      </p:pic>
      <p:pic>
        <p:nvPicPr>
          <p:cNvPr id="373" name="Google Shape;373;p28"/>
          <p:cNvPicPr preferRelativeResize="0"/>
          <p:nvPr/>
        </p:nvPicPr>
        <p:blipFill>
          <a:blip r:embed="rId6">
            <a:alphaModFix/>
          </a:blip>
          <a:stretch>
            <a:fillRect/>
          </a:stretch>
        </p:blipFill>
        <p:spPr>
          <a:xfrm>
            <a:off x="2269325" y="3632950"/>
            <a:ext cx="489550" cy="489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377" name="Shape 377"/>
        <p:cNvGrpSpPr/>
        <p:nvPr/>
      </p:nvGrpSpPr>
      <p:grpSpPr>
        <a:xfrm>
          <a:off x="0" y="0"/>
          <a:ext cx="0" cy="0"/>
          <a:chOff x="0" y="0"/>
          <a:chExt cx="0" cy="0"/>
        </a:xfrm>
      </p:grpSpPr>
      <p:pic>
        <p:nvPicPr>
          <p:cNvPr id="378" name="Google Shape;378;p29"/>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379" name="Google Shape;379;p29"/>
          <p:cNvPicPr preferRelativeResize="0"/>
          <p:nvPr/>
        </p:nvPicPr>
        <p:blipFill rotWithShape="1">
          <a:blip r:embed="rId4">
            <a:alphaModFix/>
          </a:blip>
          <a:srcRect b="0" l="0" r="0" t="0"/>
          <a:stretch/>
        </p:blipFill>
        <p:spPr>
          <a:xfrm>
            <a:off x="3527610" y="4749279"/>
            <a:ext cx="1704824" cy="293191"/>
          </a:xfrm>
          <a:prstGeom prst="rect">
            <a:avLst/>
          </a:prstGeom>
          <a:noFill/>
          <a:ln>
            <a:noFill/>
          </a:ln>
        </p:spPr>
      </p:pic>
      <p:sp>
        <p:nvSpPr>
          <p:cNvPr id="380" name="Google Shape;380;p29"/>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2. 프로젝트 설계</a:t>
            </a:r>
            <a:endParaRPr b="1" sz="1600">
              <a:solidFill>
                <a:srgbClr val="242A44"/>
              </a:solidFill>
              <a:latin typeface="Noto Sans KR"/>
              <a:ea typeface="Noto Sans KR"/>
              <a:cs typeface="Noto Sans KR"/>
              <a:sym typeface="Noto Sans KR"/>
            </a:endParaRPr>
          </a:p>
        </p:txBody>
      </p:sp>
      <p:pic>
        <p:nvPicPr>
          <p:cNvPr id="381" name="Google Shape;381;p29"/>
          <p:cNvPicPr preferRelativeResize="0"/>
          <p:nvPr/>
        </p:nvPicPr>
        <p:blipFill rotWithShape="1">
          <a:blip r:embed="rId5">
            <a:alphaModFix/>
          </a:blip>
          <a:srcRect b="6980" l="0" r="0" t="435"/>
          <a:stretch/>
        </p:blipFill>
        <p:spPr>
          <a:xfrm>
            <a:off x="304288" y="1182150"/>
            <a:ext cx="8534301" cy="3961351"/>
          </a:xfrm>
          <a:prstGeom prst="rect">
            <a:avLst/>
          </a:prstGeom>
          <a:noFill/>
          <a:ln>
            <a:noFill/>
          </a:ln>
        </p:spPr>
      </p:pic>
      <p:grpSp>
        <p:nvGrpSpPr>
          <p:cNvPr id="382" name="Google Shape;382;p29"/>
          <p:cNvGrpSpPr/>
          <p:nvPr/>
        </p:nvGrpSpPr>
        <p:grpSpPr>
          <a:xfrm>
            <a:off x="6120748" y="2571750"/>
            <a:ext cx="2815149" cy="915300"/>
            <a:chOff x="6603025" y="4069925"/>
            <a:chExt cx="2655300" cy="915300"/>
          </a:xfrm>
        </p:grpSpPr>
        <p:sp>
          <p:nvSpPr>
            <p:cNvPr id="383" name="Google Shape;383;p29"/>
            <p:cNvSpPr/>
            <p:nvPr/>
          </p:nvSpPr>
          <p:spPr>
            <a:xfrm>
              <a:off x="6603025" y="4069925"/>
              <a:ext cx="2655300" cy="915300"/>
            </a:xfrm>
            <a:prstGeom prst="roundRect">
              <a:avLst>
                <a:gd fmla="val 16667" name="adj"/>
              </a:avLst>
            </a:prstGeom>
            <a:solidFill>
              <a:srgbClr val="FFFFFF"/>
            </a:solidFill>
            <a:ln cap="flat" cmpd="sng" w="19050">
              <a:solidFill>
                <a:srgbClr val="F0660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384" name="Google Shape;384;p29"/>
            <p:cNvSpPr txBox="1"/>
            <p:nvPr/>
          </p:nvSpPr>
          <p:spPr>
            <a:xfrm>
              <a:off x="6622097" y="4126525"/>
              <a:ext cx="2636100" cy="764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ko">
                  <a:solidFill>
                    <a:srgbClr val="F0660C"/>
                  </a:solidFill>
                  <a:latin typeface="Noto Sans KR"/>
                  <a:ea typeface="Noto Sans KR"/>
                  <a:cs typeface="Noto Sans KR"/>
                  <a:sym typeface="Noto Sans KR"/>
                </a:rPr>
                <a:t>Google Docs </a:t>
              </a:r>
              <a:r>
                <a:rPr b="1" lang="ko">
                  <a:solidFill>
                    <a:srgbClr val="F0660C"/>
                  </a:solidFill>
                  <a:latin typeface="Noto Sans KR"/>
                  <a:ea typeface="Noto Sans KR"/>
                  <a:cs typeface="Noto Sans KR"/>
                  <a:sym typeface="Noto Sans KR"/>
                </a:rPr>
                <a:t>- ERD 초안 작성</a:t>
              </a:r>
              <a:endParaRPr b="1">
                <a:solidFill>
                  <a:srgbClr val="F0660C"/>
                </a:solidFill>
                <a:latin typeface="Noto Sans KR"/>
                <a:ea typeface="Noto Sans KR"/>
                <a:cs typeface="Noto Sans KR"/>
                <a:sym typeface="Noto Sans KR"/>
              </a:endParaRPr>
            </a:p>
            <a:p>
              <a:pPr indent="0" lvl="0" marL="0" rtl="0" algn="l">
                <a:lnSpc>
                  <a:spcPct val="115000"/>
                </a:lnSpc>
                <a:spcBef>
                  <a:spcPts val="0"/>
                </a:spcBef>
                <a:spcAft>
                  <a:spcPts val="0"/>
                </a:spcAft>
                <a:buNone/>
              </a:pPr>
              <a:r>
                <a:t/>
              </a:r>
              <a:endParaRPr b="1" sz="300">
                <a:solidFill>
                  <a:srgbClr val="000000"/>
                </a:solidFill>
                <a:latin typeface="Noto Sans KR"/>
                <a:ea typeface="Noto Sans KR"/>
                <a:cs typeface="Noto Sans KR"/>
                <a:sym typeface="Noto Sans KR"/>
              </a:endParaRPr>
            </a:p>
            <a:p>
              <a:pPr indent="0" lvl="0" marL="0" rtl="0" algn="ctr">
                <a:lnSpc>
                  <a:spcPct val="115000"/>
                </a:lnSpc>
                <a:spcBef>
                  <a:spcPts val="0"/>
                </a:spcBef>
                <a:spcAft>
                  <a:spcPts val="0"/>
                </a:spcAft>
                <a:buNone/>
              </a:pPr>
              <a:r>
                <a:rPr lang="ko" sz="1000">
                  <a:latin typeface="Noto Sans KR"/>
                  <a:ea typeface="Noto Sans KR"/>
                  <a:cs typeface="Noto Sans KR"/>
                  <a:sym typeface="Noto Sans KR"/>
                </a:rPr>
                <a:t>협업 가능한 툴을 사용하여 오류 및 중복 최소화, 명확한 구조 설계 가능</a:t>
              </a:r>
              <a:endParaRPr sz="1000">
                <a:latin typeface="Noto Sans KR"/>
                <a:ea typeface="Noto Sans KR"/>
                <a:cs typeface="Noto Sans KR"/>
                <a:sym typeface="Noto Sans KR"/>
              </a:endParaRPr>
            </a:p>
          </p:txBody>
        </p:sp>
      </p:grpSp>
      <p:sp>
        <p:nvSpPr>
          <p:cNvPr id="385" name="Google Shape;385;p29"/>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초기 ERD 설계</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389" name="Shape 389"/>
        <p:cNvGrpSpPr/>
        <p:nvPr/>
      </p:nvGrpSpPr>
      <p:grpSpPr>
        <a:xfrm>
          <a:off x="0" y="0"/>
          <a:ext cx="0" cy="0"/>
          <a:chOff x="0" y="0"/>
          <a:chExt cx="0" cy="0"/>
        </a:xfrm>
      </p:grpSpPr>
      <p:pic>
        <p:nvPicPr>
          <p:cNvPr id="390" name="Google Shape;390;p30"/>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391" name="Google Shape;391;p30"/>
          <p:cNvPicPr preferRelativeResize="0"/>
          <p:nvPr/>
        </p:nvPicPr>
        <p:blipFill rotWithShape="1">
          <a:blip r:embed="rId4">
            <a:alphaModFix/>
          </a:blip>
          <a:srcRect b="0" l="0" r="0" t="0"/>
          <a:stretch/>
        </p:blipFill>
        <p:spPr>
          <a:xfrm>
            <a:off x="3527610" y="4749279"/>
            <a:ext cx="1704824" cy="293191"/>
          </a:xfrm>
          <a:prstGeom prst="rect">
            <a:avLst/>
          </a:prstGeom>
          <a:noFill/>
          <a:ln>
            <a:noFill/>
          </a:ln>
        </p:spPr>
      </p:pic>
      <p:pic>
        <p:nvPicPr>
          <p:cNvPr id="392" name="Google Shape;392;p30"/>
          <p:cNvPicPr preferRelativeResize="0"/>
          <p:nvPr/>
        </p:nvPicPr>
        <p:blipFill rotWithShape="1">
          <a:blip r:embed="rId5">
            <a:alphaModFix/>
          </a:blip>
          <a:srcRect b="119" l="0" r="0" t="119"/>
          <a:stretch/>
        </p:blipFill>
        <p:spPr>
          <a:xfrm>
            <a:off x="4001641" y="1017775"/>
            <a:ext cx="4989960" cy="3973326"/>
          </a:xfrm>
          <a:prstGeom prst="rect">
            <a:avLst/>
          </a:prstGeom>
          <a:solidFill>
            <a:srgbClr val="F2F2F2"/>
          </a:solidFill>
          <a:ln>
            <a:noFill/>
          </a:ln>
        </p:spPr>
      </p:pic>
      <p:sp>
        <p:nvSpPr>
          <p:cNvPr id="393" name="Google Shape;393;p30"/>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2. 프로젝트 설계</a:t>
            </a:r>
            <a:endParaRPr b="1" sz="1600">
              <a:solidFill>
                <a:srgbClr val="242A44"/>
              </a:solidFill>
              <a:latin typeface="Noto Sans KR"/>
              <a:ea typeface="Noto Sans KR"/>
              <a:cs typeface="Noto Sans KR"/>
              <a:sym typeface="Noto Sans KR"/>
            </a:endParaRPr>
          </a:p>
        </p:txBody>
      </p:sp>
      <p:sp>
        <p:nvSpPr>
          <p:cNvPr id="394" name="Google Shape;394;p30"/>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395" name="Google Shape;395;p30"/>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최종 ERD 설계</a:t>
            </a:r>
            <a:endParaRPr b="1" sz="3500">
              <a:solidFill>
                <a:srgbClr val="242A44"/>
              </a:solidFill>
              <a:latin typeface="Noto Sans KR"/>
              <a:ea typeface="Noto Sans KR"/>
              <a:cs typeface="Noto Sans KR"/>
              <a:sym typeface="Noto Sans KR"/>
            </a:endParaRPr>
          </a:p>
        </p:txBody>
      </p:sp>
      <p:grpSp>
        <p:nvGrpSpPr>
          <p:cNvPr id="396" name="Google Shape;396;p30"/>
          <p:cNvGrpSpPr/>
          <p:nvPr/>
        </p:nvGrpSpPr>
        <p:grpSpPr>
          <a:xfrm>
            <a:off x="5663624" y="525089"/>
            <a:ext cx="1666015" cy="534259"/>
            <a:chOff x="6622097" y="4126525"/>
            <a:chExt cx="2636100" cy="764100"/>
          </a:xfrm>
        </p:grpSpPr>
        <p:sp>
          <p:nvSpPr>
            <p:cNvPr id="397" name="Google Shape;397;p30"/>
            <p:cNvSpPr/>
            <p:nvPr/>
          </p:nvSpPr>
          <p:spPr>
            <a:xfrm>
              <a:off x="6822872" y="4126541"/>
              <a:ext cx="2304000" cy="593400"/>
            </a:xfrm>
            <a:prstGeom prst="roundRect">
              <a:avLst>
                <a:gd fmla="val 16667" name="adj"/>
              </a:avLst>
            </a:prstGeom>
            <a:solidFill>
              <a:srgbClr val="FFFFFF"/>
            </a:solidFill>
            <a:ln cap="flat" cmpd="sng" w="190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398" name="Google Shape;398;p30"/>
            <p:cNvSpPr txBox="1"/>
            <p:nvPr/>
          </p:nvSpPr>
          <p:spPr>
            <a:xfrm>
              <a:off x="6622097" y="4126525"/>
              <a:ext cx="2636100" cy="7641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ko" sz="1500">
                  <a:solidFill>
                    <a:srgbClr val="0B5394"/>
                  </a:solidFill>
                  <a:latin typeface="Noto Sans KR"/>
                  <a:ea typeface="Noto Sans KR"/>
                  <a:cs typeface="Noto Sans KR"/>
                  <a:sym typeface="Noto Sans KR"/>
                </a:rPr>
                <a:t>ERD Cloud</a:t>
              </a:r>
              <a:endParaRPr sz="1100">
                <a:latin typeface="Noto Sans KR"/>
                <a:ea typeface="Noto Sans KR"/>
                <a:cs typeface="Noto Sans KR"/>
                <a:sym typeface="Noto Sans KR"/>
              </a:endParaRPr>
            </a:p>
          </p:txBody>
        </p:sp>
      </p:grpSp>
      <p:sp>
        <p:nvSpPr>
          <p:cNvPr id="399" name="Google Shape;399;p30"/>
          <p:cNvSpPr txBox="1"/>
          <p:nvPr/>
        </p:nvSpPr>
        <p:spPr>
          <a:xfrm>
            <a:off x="206899" y="1211750"/>
            <a:ext cx="3682500" cy="14703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SzPts val="1300"/>
              <a:buFont typeface="Noto Sans KR"/>
              <a:buChar char="●"/>
            </a:pPr>
            <a:r>
              <a:rPr b="1" lang="ko" sz="1300">
                <a:latin typeface="Noto Sans KR"/>
                <a:ea typeface="Noto Sans KR"/>
                <a:cs typeface="Noto Sans KR"/>
                <a:sym typeface="Noto Sans KR"/>
              </a:rPr>
              <a:t>전체 부서</a:t>
            </a:r>
            <a:r>
              <a:rPr lang="ko" sz="1300">
                <a:latin typeface="Noto Sans KR"/>
                <a:ea typeface="Noto Sans KR"/>
                <a:cs typeface="Noto Sans KR"/>
                <a:sym typeface="Noto Sans KR"/>
              </a:rPr>
              <a:t>(인사, 마케팅, 판매, 재고, 생산 등)</a:t>
            </a:r>
            <a:endParaRPr sz="1300">
              <a:latin typeface="Noto Sans KR"/>
              <a:ea typeface="Noto Sans KR"/>
              <a:cs typeface="Noto Sans KR"/>
              <a:sym typeface="Noto Sans KR"/>
            </a:endParaRPr>
          </a:p>
          <a:p>
            <a:pPr indent="-311150" lvl="0" marL="457200" rtl="0" algn="l">
              <a:lnSpc>
                <a:spcPct val="150000"/>
              </a:lnSpc>
              <a:spcBef>
                <a:spcPts val="0"/>
              </a:spcBef>
              <a:spcAft>
                <a:spcPts val="0"/>
              </a:spcAft>
              <a:buSzPts val="1300"/>
              <a:buFont typeface="Noto Sans KR"/>
              <a:buChar char="●"/>
            </a:pPr>
            <a:r>
              <a:rPr b="1" lang="ko" sz="1300">
                <a:latin typeface="Noto Sans KR"/>
                <a:ea typeface="Noto Sans KR"/>
                <a:cs typeface="Noto Sans KR"/>
                <a:sym typeface="Noto Sans KR"/>
              </a:rPr>
              <a:t>외래키</a:t>
            </a:r>
            <a:r>
              <a:rPr lang="ko" sz="1300">
                <a:latin typeface="Noto Sans KR"/>
                <a:ea typeface="Noto Sans KR"/>
                <a:cs typeface="Noto Sans KR"/>
                <a:sym typeface="Noto Sans KR"/>
              </a:rPr>
              <a:t>(FK) 사용</a:t>
            </a:r>
            <a:endParaRPr sz="1300">
              <a:latin typeface="Noto Sans KR"/>
              <a:ea typeface="Noto Sans KR"/>
              <a:cs typeface="Noto Sans KR"/>
              <a:sym typeface="Noto Sans KR"/>
            </a:endParaRPr>
          </a:p>
          <a:p>
            <a:pPr indent="-311150" lvl="0" marL="457200" rtl="0" algn="l">
              <a:lnSpc>
                <a:spcPct val="115000"/>
              </a:lnSpc>
              <a:spcBef>
                <a:spcPts val="0"/>
              </a:spcBef>
              <a:spcAft>
                <a:spcPts val="0"/>
              </a:spcAft>
              <a:buSzPts val="1300"/>
              <a:buFont typeface="Noto Sans KR"/>
              <a:buChar char="●"/>
            </a:pPr>
            <a:r>
              <a:rPr lang="ko" sz="1300">
                <a:latin typeface="Noto Sans KR"/>
                <a:ea typeface="Noto Sans KR"/>
                <a:cs typeface="Noto Sans KR"/>
                <a:sym typeface="Noto Sans KR"/>
              </a:rPr>
              <a:t>초기 ERD 설계를 거쳐 작성하여</a:t>
            </a:r>
            <a:endParaRPr sz="1300">
              <a:latin typeface="Noto Sans KR"/>
              <a:ea typeface="Noto Sans KR"/>
              <a:cs typeface="Noto Sans KR"/>
              <a:sym typeface="Noto Sans KR"/>
            </a:endParaRPr>
          </a:p>
          <a:p>
            <a:pPr indent="0" lvl="0" marL="457200" rtl="0" algn="l">
              <a:lnSpc>
                <a:spcPct val="115000"/>
              </a:lnSpc>
              <a:spcBef>
                <a:spcPts val="0"/>
              </a:spcBef>
              <a:spcAft>
                <a:spcPts val="0"/>
              </a:spcAft>
              <a:buNone/>
            </a:pPr>
            <a:r>
              <a:rPr b="1" lang="ko" sz="1300">
                <a:latin typeface="Noto Sans KR"/>
                <a:ea typeface="Noto Sans KR"/>
                <a:cs typeface="Noto Sans KR"/>
                <a:sym typeface="Noto Sans KR"/>
              </a:rPr>
              <a:t>데이터베이스 전반에 대한 이해도</a:t>
            </a:r>
            <a:r>
              <a:rPr lang="ko" sz="1300">
                <a:latin typeface="Noto Sans KR"/>
                <a:ea typeface="Noto Sans KR"/>
                <a:cs typeface="Noto Sans KR"/>
                <a:sym typeface="Noto Sans KR"/>
              </a:rPr>
              <a:t>를 높임</a:t>
            </a:r>
            <a:endParaRPr sz="1300">
              <a:latin typeface="Noto Sans KR"/>
              <a:ea typeface="Noto Sans KR"/>
              <a:cs typeface="Noto Sans KR"/>
              <a:sym typeface="Noto Sans K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403" name="Shape 403"/>
        <p:cNvGrpSpPr/>
        <p:nvPr/>
      </p:nvGrpSpPr>
      <p:grpSpPr>
        <a:xfrm>
          <a:off x="0" y="0"/>
          <a:ext cx="0" cy="0"/>
          <a:chOff x="0" y="0"/>
          <a:chExt cx="0" cy="0"/>
        </a:xfrm>
      </p:grpSpPr>
      <p:pic>
        <p:nvPicPr>
          <p:cNvPr id="404" name="Google Shape;404;p31"/>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405" name="Google Shape;405;p31"/>
          <p:cNvPicPr preferRelativeResize="0"/>
          <p:nvPr/>
        </p:nvPicPr>
        <p:blipFill rotWithShape="1">
          <a:blip r:embed="rId4">
            <a:alphaModFix/>
          </a:blip>
          <a:srcRect b="0" l="0" r="0" t="0"/>
          <a:stretch/>
        </p:blipFill>
        <p:spPr>
          <a:xfrm>
            <a:off x="3527610" y="4749279"/>
            <a:ext cx="1704824" cy="293191"/>
          </a:xfrm>
          <a:prstGeom prst="rect">
            <a:avLst/>
          </a:prstGeom>
          <a:noFill/>
          <a:ln>
            <a:noFill/>
          </a:ln>
        </p:spPr>
      </p:pic>
      <p:pic>
        <p:nvPicPr>
          <p:cNvPr id="406" name="Google Shape;406;p31"/>
          <p:cNvPicPr preferRelativeResize="0"/>
          <p:nvPr/>
        </p:nvPicPr>
        <p:blipFill rotWithShape="1">
          <a:blip r:embed="rId5">
            <a:alphaModFix/>
          </a:blip>
          <a:srcRect b="0" l="0" r="0" t="0"/>
          <a:stretch/>
        </p:blipFill>
        <p:spPr>
          <a:xfrm>
            <a:off x="7379407" y="4725470"/>
            <a:ext cx="1954952" cy="317000"/>
          </a:xfrm>
          <a:prstGeom prst="rect">
            <a:avLst/>
          </a:prstGeom>
          <a:noFill/>
          <a:ln>
            <a:noFill/>
          </a:ln>
        </p:spPr>
      </p:pic>
      <p:pic>
        <p:nvPicPr>
          <p:cNvPr id="407" name="Google Shape;407;p31"/>
          <p:cNvPicPr preferRelativeResize="0"/>
          <p:nvPr/>
        </p:nvPicPr>
        <p:blipFill rotWithShape="1">
          <a:blip r:embed="rId6">
            <a:alphaModFix/>
          </a:blip>
          <a:srcRect b="0" l="0" r="0" t="0"/>
          <a:stretch/>
        </p:blipFill>
        <p:spPr>
          <a:xfrm>
            <a:off x="211680" y="185722"/>
            <a:ext cx="2513357" cy="1150305"/>
          </a:xfrm>
          <a:prstGeom prst="rect">
            <a:avLst/>
          </a:prstGeom>
          <a:noFill/>
          <a:ln>
            <a:noFill/>
          </a:ln>
        </p:spPr>
      </p:pic>
      <p:pic>
        <p:nvPicPr>
          <p:cNvPr id="408" name="Google Shape;408;p31"/>
          <p:cNvPicPr preferRelativeResize="0"/>
          <p:nvPr/>
        </p:nvPicPr>
        <p:blipFill rotWithShape="1">
          <a:blip r:embed="rId7">
            <a:alphaModFix/>
          </a:blip>
          <a:srcRect b="0" l="0" r="0" t="0"/>
          <a:stretch/>
        </p:blipFill>
        <p:spPr>
          <a:xfrm>
            <a:off x="3798650" y="1025700"/>
            <a:ext cx="5345349" cy="4117800"/>
          </a:xfrm>
          <a:prstGeom prst="rect">
            <a:avLst/>
          </a:prstGeom>
          <a:solidFill>
            <a:srgbClr val="F2F2F2"/>
          </a:solidFill>
          <a:ln>
            <a:noFill/>
          </a:ln>
        </p:spPr>
      </p:pic>
      <p:sp>
        <p:nvSpPr>
          <p:cNvPr id="409" name="Google Shape;409;p31"/>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2. 프로젝트 설계</a:t>
            </a:r>
            <a:endParaRPr b="1" sz="1600">
              <a:solidFill>
                <a:srgbClr val="242A44"/>
              </a:solidFill>
              <a:latin typeface="Noto Sans KR"/>
              <a:ea typeface="Noto Sans KR"/>
              <a:cs typeface="Noto Sans KR"/>
              <a:sym typeface="Noto Sans KR"/>
            </a:endParaRPr>
          </a:p>
        </p:txBody>
      </p:sp>
      <p:sp>
        <p:nvSpPr>
          <p:cNvPr id="410" name="Google Shape;410;p31"/>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411" name="Google Shape;411;p31"/>
          <p:cNvSpPr txBox="1"/>
          <p:nvPr/>
        </p:nvSpPr>
        <p:spPr>
          <a:xfrm>
            <a:off x="221049" y="1211750"/>
            <a:ext cx="3556200" cy="14703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SzPts val="1300"/>
              <a:buFont typeface="Noto Sans KR"/>
              <a:buChar char="●"/>
            </a:pPr>
            <a:r>
              <a:rPr b="1" lang="ko" sz="1300">
                <a:latin typeface="Noto Sans KR"/>
                <a:ea typeface="Noto Sans KR"/>
                <a:cs typeface="Noto Sans KR"/>
                <a:sym typeface="Noto Sans KR"/>
              </a:rPr>
              <a:t>개발 프로세스의 효율화</a:t>
            </a:r>
            <a:r>
              <a:rPr lang="ko" sz="1300">
                <a:latin typeface="Noto Sans KR"/>
                <a:ea typeface="Noto Sans KR"/>
                <a:cs typeface="Noto Sans KR"/>
                <a:sym typeface="Noto Sans KR"/>
              </a:rPr>
              <a:t> 도모</a:t>
            </a:r>
            <a:endParaRPr sz="1300">
              <a:latin typeface="Noto Sans KR"/>
              <a:ea typeface="Noto Sans KR"/>
              <a:cs typeface="Noto Sans KR"/>
              <a:sym typeface="Noto Sans KR"/>
            </a:endParaRPr>
          </a:p>
          <a:p>
            <a:pPr indent="-311150" lvl="0" marL="457200" rtl="0" algn="l">
              <a:lnSpc>
                <a:spcPct val="150000"/>
              </a:lnSpc>
              <a:spcBef>
                <a:spcPts val="0"/>
              </a:spcBef>
              <a:spcAft>
                <a:spcPts val="0"/>
              </a:spcAft>
              <a:buSzPts val="1300"/>
              <a:buFont typeface="Noto Sans KR"/>
              <a:buChar char="●"/>
            </a:pPr>
            <a:r>
              <a:rPr b="1" lang="ko" sz="1300">
                <a:latin typeface="Noto Sans KR"/>
                <a:ea typeface="Noto Sans KR"/>
                <a:cs typeface="Noto Sans KR"/>
                <a:sym typeface="Noto Sans KR"/>
              </a:rPr>
              <a:t>부서간 연결 시스템</a:t>
            </a:r>
            <a:r>
              <a:rPr lang="ko" sz="1300">
                <a:latin typeface="Noto Sans KR"/>
                <a:ea typeface="Noto Sans KR"/>
                <a:cs typeface="Noto Sans KR"/>
                <a:sym typeface="Noto Sans KR"/>
              </a:rPr>
              <a:t>, 협업 중시</a:t>
            </a:r>
            <a:endParaRPr sz="1300">
              <a:latin typeface="Noto Sans KR"/>
              <a:ea typeface="Noto Sans KR"/>
              <a:cs typeface="Noto Sans KR"/>
              <a:sym typeface="Noto Sans KR"/>
            </a:endParaRPr>
          </a:p>
          <a:p>
            <a:pPr indent="-311150" lvl="0" marL="457200" rtl="0" algn="l">
              <a:lnSpc>
                <a:spcPct val="150000"/>
              </a:lnSpc>
              <a:spcBef>
                <a:spcPts val="0"/>
              </a:spcBef>
              <a:spcAft>
                <a:spcPts val="0"/>
              </a:spcAft>
              <a:buSzPts val="1300"/>
              <a:buFont typeface="Noto Sans KR"/>
              <a:buChar char="●"/>
            </a:pPr>
            <a:r>
              <a:rPr lang="ko" sz="1300">
                <a:latin typeface="Noto Sans KR"/>
                <a:ea typeface="Noto Sans KR"/>
                <a:cs typeface="Noto Sans KR"/>
                <a:sym typeface="Noto Sans KR"/>
              </a:rPr>
              <a:t>테스트 및 디버깅 과정에서 </a:t>
            </a:r>
            <a:r>
              <a:rPr b="1" lang="ko" sz="1300">
                <a:latin typeface="Noto Sans KR"/>
                <a:ea typeface="Noto Sans KR"/>
                <a:cs typeface="Noto Sans KR"/>
                <a:sym typeface="Noto Sans KR"/>
              </a:rPr>
              <a:t>문제 식별 용이</a:t>
            </a:r>
            <a:endParaRPr b="1" sz="1300">
              <a:latin typeface="Noto Sans KR"/>
              <a:ea typeface="Noto Sans KR"/>
              <a:cs typeface="Noto Sans KR"/>
              <a:sym typeface="Noto Sans KR"/>
            </a:endParaRPr>
          </a:p>
        </p:txBody>
      </p:sp>
      <p:grpSp>
        <p:nvGrpSpPr>
          <p:cNvPr id="412" name="Google Shape;412;p31"/>
          <p:cNvGrpSpPr/>
          <p:nvPr/>
        </p:nvGrpSpPr>
        <p:grpSpPr>
          <a:xfrm>
            <a:off x="5663624" y="525089"/>
            <a:ext cx="1666015" cy="534259"/>
            <a:chOff x="6622097" y="4126525"/>
            <a:chExt cx="2636100" cy="764100"/>
          </a:xfrm>
        </p:grpSpPr>
        <p:sp>
          <p:nvSpPr>
            <p:cNvPr id="413" name="Google Shape;413;p31"/>
            <p:cNvSpPr/>
            <p:nvPr/>
          </p:nvSpPr>
          <p:spPr>
            <a:xfrm>
              <a:off x="6822872" y="4126541"/>
              <a:ext cx="2304000" cy="593400"/>
            </a:xfrm>
            <a:prstGeom prst="roundRect">
              <a:avLst>
                <a:gd fmla="val 16667" name="adj"/>
              </a:avLst>
            </a:prstGeom>
            <a:solidFill>
              <a:srgbClr val="FFFFFF"/>
            </a:solidFill>
            <a:ln cap="flat" cmpd="sng" w="190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414" name="Google Shape;414;p31"/>
            <p:cNvSpPr txBox="1"/>
            <p:nvPr/>
          </p:nvSpPr>
          <p:spPr>
            <a:xfrm>
              <a:off x="6622097" y="4126525"/>
              <a:ext cx="2636100" cy="7641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ko" sz="1500">
                  <a:solidFill>
                    <a:srgbClr val="0B5394"/>
                  </a:solidFill>
                  <a:latin typeface="Noto Sans KR"/>
                  <a:ea typeface="Noto Sans KR"/>
                  <a:cs typeface="Noto Sans KR"/>
                  <a:sym typeface="Noto Sans KR"/>
                </a:rPr>
                <a:t>Boardmix</a:t>
              </a:r>
              <a:endParaRPr sz="1100">
                <a:latin typeface="Noto Sans KR"/>
                <a:ea typeface="Noto Sans KR"/>
                <a:cs typeface="Noto Sans KR"/>
                <a:sym typeface="Noto Sans K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418" name="Shape 418"/>
        <p:cNvGrpSpPr/>
        <p:nvPr/>
      </p:nvGrpSpPr>
      <p:grpSpPr>
        <a:xfrm>
          <a:off x="0" y="0"/>
          <a:ext cx="0" cy="0"/>
          <a:chOff x="0" y="0"/>
          <a:chExt cx="0" cy="0"/>
        </a:xfrm>
      </p:grpSpPr>
      <p:pic>
        <p:nvPicPr>
          <p:cNvPr id="419" name="Google Shape;419;p32"/>
          <p:cNvPicPr preferRelativeResize="0"/>
          <p:nvPr/>
        </p:nvPicPr>
        <p:blipFill rotWithShape="1">
          <a:blip r:embed="rId3">
            <a:alphaModFix/>
          </a:blip>
          <a:srcRect b="0" l="8089" r="8081" t="0"/>
          <a:stretch/>
        </p:blipFill>
        <p:spPr>
          <a:xfrm>
            <a:off x="4180616" y="1026725"/>
            <a:ext cx="4963384" cy="4146926"/>
          </a:xfrm>
          <a:prstGeom prst="rect">
            <a:avLst/>
          </a:prstGeom>
          <a:solidFill>
            <a:srgbClr val="F2F2F2"/>
          </a:solidFill>
          <a:ln>
            <a:noFill/>
          </a:ln>
        </p:spPr>
      </p:pic>
      <p:pic>
        <p:nvPicPr>
          <p:cNvPr id="420" name="Google Shape;420;p32"/>
          <p:cNvPicPr preferRelativeResize="0"/>
          <p:nvPr/>
        </p:nvPicPr>
        <p:blipFill rotWithShape="1">
          <a:blip r:embed="rId4">
            <a:alphaModFix/>
          </a:blip>
          <a:srcRect b="0" l="0" r="0" t="0"/>
          <a:stretch/>
        </p:blipFill>
        <p:spPr>
          <a:xfrm>
            <a:off x="4443239" y="0"/>
            <a:ext cx="256379" cy="128256"/>
          </a:xfrm>
          <a:prstGeom prst="rect">
            <a:avLst/>
          </a:prstGeom>
          <a:noFill/>
          <a:ln>
            <a:noFill/>
          </a:ln>
        </p:spPr>
      </p:pic>
      <p:pic>
        <p:nvPicPr>
          <p:cNvPr id="421" name="Google Shape;421;p32"/>
          <p:cNvPicPr preferRelativeResize="0"/>
          <p:nvPr/>
        </p:nvPicPr>
        <p:blipFill rotWithShape="1">
          <a:blip r:embed="rId5">
            <a:alphaModFix/>
          </a:blip>
          <a:srcRect b="0" l="0" r="0" t="0"/>
          <a:stretch/>
        </p:blipFill>
        <p:spPr>
          <a:xfrm>
            <a:off x="3527610" y="4749279"/>
            <a:ext cx="1704824" cy="293191"/>
          </a:xfrm>
          <a:prstGeom prst="rect">
            <a:avLst/>
          </a:prstGeom>
          <a:noFill/>
          <a:ln>
            <a:noFill/>
          </a:ln>
        </p:spPr>
      </p:pic>
      <p:pic>
        <p:nvPicPr>
          <p:cNvPr id="422" name="Google Shape;422;p32"/>
          <p:cNvPicPr preferRelativeResize="0"/>
          <p:nvPr/>
        </p:nvPicPr>
        <p:blipFill rotWithShape="1">
          <a:blip r:embed="rId6">
            <a:alphaModFix/>
          </a:blip>
          <a:srcRect b="0" l="0" r="0" t="0"/>
          <a:stretch/>
        </p:blipFill>
        <p:spPr>
          <a:xfrm>
            <a:off x="216442" y="238103"/>
            <a:ext cx="3403867" cy="1112210"/>
          </a:xfrm>
          <a:prstGeom prst="rect">
            <a:avLst/>
          </a:prstGeom>
          <a:noFill/>
          <a:ln>
            <a:noFill/>
          </a:ln>
        </p:spPr>
      </p:pic>
      <p:pic>
        <p:nvPicPr>
          <p:cNvPr descr="대체 텍스트 노출" id="423" name="Google Shape;423;p32"/>
          <p:cNvPicPr preferRelativeResize="0"/>
          <p:nvPr/>
        </p:nvPicPr>
        <p:blipFill rotWithShape="1">
          <a:blip r:embed="rId7">
            <a:alphaModFix/>
          </a:blip>
          <a:srcRect b="0" l="0" r="0" t="0"/>
          <a:stretch/>
        </p:blipFill>
        <p:spPr>
          <a:xfrm>
            <a:off x="6167553" y="4260776"/>
            <a:ext cx="1015994" cy="946450"/>
          </a:xfrm>
          <a:prstGeom prst="rect">
            <a:avLst/>
          </a:prstGeom>
          <a:noFill/>
          <a:ln>
            <a:noFill/>
          </a:ln>
        </p:spPr>
      </p:pic>
      <p:pic>
        <p:nvPicPr>
          <p:cNvPr id="424" name="Google Shape;424;p32"/>
          <p:cNvPicPr preferRelativeResize="0"/>
          <p:nvPr/>
        </p:nvPicPr>
        <p:blipFill rotWithShape="1">
          <a:blip r:embed="rId8">
            <a:alphaModFix/>
          </a:blip>
          <a:srcRect b="0" l="0" r="0" t="0"/>
          <a:stretch/>
        </p:blipFill>
        <p:spPr>
          <a:xfrm>
            <a:off x="4180625" y="4282881"/>
            <a:ext cx="968506" cy="894231"/>
          </a:xfrm>
          <a:prstGeom prst="rect">
            <a:avLst/>
          </a:prstGeom>
          <a:noFill/>
          <a:ln>
            <a:noFill/>
          </a:ln>
        </p:spPr>
      </p:pic>
      <p:pic>
        <p:nvPicPr>
          <p:cNvPr id="425" name="Google Shape;425;p32"/>
          <p:cNvPicPr preferRelativeResize="0"/>
          <p:nvPr/>
        </p:nvPicPr>
        <p:blipFill rotWithShape="1">
          <a:blip r:embed="rId9">
            <a:alphaModFix/>
          </a:blip>
          <a:srcRect b="0" l="3523" r="3513" t="0"/>
          <a:stretch/>
        </p:blipFill>
        <p:spPr>
          <a:xfrm>
            <a:off x="7183542" y="4260781"/>
            <a:ext cx="944475" cy="946434"/>
          </a:xfrm>
          <a:prstGeom prst="rect">
            <a:avLst/>
          </a:prstGeom>
          <a:noFill/>
          <a:ln>
            <a:noFill/>
          </a:ln>
        </p:spPr>
      </p:pic>
      <p:pic>
        <p:nvPicPr>
          <p:cNvPr id="426" name="Google Shape;426;p32"/>
          <p:cNvPicPr preferRelativeResize="0"/>
          <p:nvPr/>
        </p:nvPicPr>
        <p:blipFill rotWithShape="1">
          <a:blip r:embed="rId10">
            <a:alphaModFix/>
          </a:blip>
          <a:srcRect b="0" l="0" r="0" t="0"/>
          <a:stretch/>
        </p:blipFill>
        <p:spPr>
          <a:xfrm>
            <a:off x="5149142" y="4282885"/>
            <a:ext cx="968504" cy="902228"/>
          </a:xfrm>
          <a:prstGeom prst="rect">
            <a:avLst/>
          </a:prstGeom>
          <a:noFill/>
          <a:ln>
            <a:noFill/>
          </a:ln>
        </p:spPr>
      </p:pic>
      <p:sp>
        <p:nvSpPr>
          <p:cNvPr id="427" name="Google Shape;427;p32"/>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2. 프로젝트 설계</a:t>
            </a:r>
            <a:endParaRPr b="1" sz="1600">
              <a:solidFill>
                <a:srgbClr val="242A44"/>
              </a:solidFill>
              <a:latin typeface="Noto Sans KR"/>
              <a:ea typeface="Noto Sans KR"/>
              <a:cs typeface="Noto Sans KR"/>
              <a:sym typeface="Noto Sans KR"/>
            </a:endParaRPr>
          </a:p>
        </p:txBody>
      </p:sp>
      <p:sp>
        <p:nvSpPr>
          <p:cNvPr id="428" name="Google Shape;428;p32"/>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429" name="Google Shape;429;p32"/>
          <p:cNvSpPr txBox="1"/>
          <p:nvPr/>
        </p:nvSpPr>
        <p:spPr>
          <a:xfrm>
            <a:off x="217776" y="1229550"/>
            <a:ext cx="3597900" cy="10389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SzPts val="1300"/>
              <a:buFont typeface="Noto Sans KR"/>
              <a:buChar char="●"/>
            </a:pPr>
            <a:r>
              <a:rPr b="1" lang="ko" sz="1300">
                <a:latin typeface="Noto Sans KR"/>
                <a:ea typeface="Noto Sans KR"/>
                <a:cs typeface="Noto Sans KR"/>
                <a:sym typeface="Noto Sans KR"/>
              </a:rPr>
              <a:t>다양한 카테고리</a:t>
            </a:r>
            <a:endParaRPr b="1" sz="1300">
              <a:latin typeface="Noto Sans KR"/>
              <a:ea typeface="Noto Sans KR"/>
              <a:cs typeface="Noto Sans KR"/>
              <a:sym typeface="Noto Sans KR"/>
            </a:endParaRPr>
          </a:p>
          <a:p>
            <a:pPr indent="-311150" lvl="0" marL="457200" rtl="0" algn="l">
              <a:lnSpc>
                <a:spcPct val="150000"/>
              </a:lnSpc>
              <a:spcBef>
                <a:spcPts val="0"/>
              </a:spcBef>
              <a:spcAft>
                <a:spcPts val="0"/>
              </a:spcAft>
              <a:buSzPts val="1300"/>
              <a:buFont typeface="Noto Sans KR"/>
              <a:buChar char="●"/>
            </a:pPr>
            <a:r>
              <a:rPr b="1" lang="ko" sz="1300">
                <a:solidFill>
                  <a:schemeClr val="dk1"/>
                </a:solidFill>
                <a:latin typeface="Noto Sans KR"/>
                <a:ea typeface="Noto Sans KR"/>
                <a:cs typeface="Noto Sans KR"/>
                <a:sym typeface="Noto Sans KR"/>
              </a:rPr>
              <a:t>실제 판매 상품</a:t>
            </a:r>
            <a:r>
              <a:rPr lang="ko" sz="1300">
                <a:solidFill>
                  <a:schemeClr val="dk1"/>
                </a:solidFill>
                <a:latin typeface="Noto Sans KR"/>
                <a:ea typeface="Noto Sans KR"/>
                <a:cs typeface="Noto Sans KR"/>
                <a:sym typeface="Noto Sans KR"/>
              </a:rPr>
              <a:t>으로 구성</a:t>
            </a:r>
            <a:endParaRPr b="1" sz="1300">
              <a:latin typeface="Noto Sans KR"/>
              <a:ea typeface="Noto Sans KR"/>
              <a:cs typeface="Noto Sans KR"/>
              <a:sym typeface="Noto Sans KR"/>
            </a:endParaRPr>
          </a:p>
          <a:p>
            <a:pPr indent="-311150" lvl="0" marL="457200" rtl="0" algn="l">
              <a:lnSpc>
                <a:spcPct val="150000"/>
              </a:lnSpc>
              <a:spcBef>
                <a:spcPts val="0"/>
              </a:spcBef>
              <a:spcAft>
                <a:spcPts val="0"/>
              </a:spcAft>
              <a:buSzPts val="1300"/>
              <a:buFont typeface="Noto Sans KR"/>
              <a:buChar char="●"/>
            </a:pPr>
            <a:r>
              <a:rPr b="1" lang="ko" sz="1300">
                <a:solidFill>
                  <a:schemeClr val="dk1"/>
                </a:solidFill>
                <a:latin typeface="Noto Sans KR"/>
                <a:ea typeface="Noto Sans KR"/>
                <a:cs typeface="Noto Sans KR"/>
                <a:sym typeface="Noto Sans KR"/>
              </a:rPr>
              <a:t>약 2000개</a:t>
            </a:r>
            <a:r>
              <a:rPr lang="ko" sz="1300">
                <a:solidFill>
                  <a:schemeClr val="dk1"/>
                </a:solidFill>
                <a:latin typeface="Noto Sans KR"/>
                <a:ea typeface="Noto Sans KR"/>
                <a:cs typeface="Noto Sans KR"/>
                <a:sym typeface="Noto Sans KR"/>
              </a:rPr>
              <a:t>의 NB 상품 판매 데이터 확보</a:t>
            </a:r>
            <a:endParaRPr sz="1300">
              <a:latin typeface="Noto Sans KR"/>
              <a:ea typeface="Noto Sans KR"/>
              <a:cs typeface="Noto Sans KR"/>
              <a:sym typeface="Noto Sans KR"/>
            </a:endParaRPr>
          </a:p>
        </p:txBody>
      </p:sp>
      <p:pic>
        <p:nvPicPr>
          <p:cNvPr id="430" name="Google Shape;430;p32"/>
          <p:cNvPicPr preferRelativeResize="0"/>
          <p:nvPr/>
        </p:nvPicPr>
        <p:blipFill>
          <a:blip r:embed="rId11">
            <a:alphaModFix/>
          </a:blip>
          <a:stretch>
            <a:fillRect/>
          </a:stretch>
        </p:blipFill>
        <p:spPr>
          <a:xfrm>
            <a:off x="8128010" y="4269146"/>
            <a:ext cx="1015990" cy="938072"/>
          </a:xfrm>
          <a:prstGeom prst="rect">
            <a:avLst/>
          </a:prstGeom>
          <a:noFill/>
          <a:ln>
            <a:noFill/>
          </a:ln>
        </p:spPr>
      </p:pic>
      <p:grpSp>
        <p:nvGrpSpPr>
          <p:cNvPr id="431" name="Google Shape;431;p32"/>
          <p:cNvGrpSpPr/>
          <p:nvPr/>
        </p:nvGrpSpPr>
        <p:grpSpPr>
          <a:xfrm>
            <a:off x="5663624" y="525089"/>
            <a:ext cx="1666015" cy="534259"/>
            <a:chOff x="6622097" y="4126525"/>
            <a:chExt cx="2636100" cy="764100"/>
          </a:xfrm>
        </p:grpSpPr>
        <p:sp>
          <p:nvSpPr>
            <p:cNvPr id="432" name="Google Shape;432;p32"/>
            <p:cNvSpPr/>
            <p:nvPr/>
          </p:nvSpPr>
          <p:spPr>
            <a:xfrm>
              <a:off x="6822872" y="4126541"/>
              <a:ext cx="2304000" cy="593400"/>
            </a:xfrm>
            <a:prstGeom prst="roundRect">
              <a:avLst>
                <a:gd fmla="val 16667" name="adj"/>
              </a:avLst>
            </a:prstGeom>
            <a:solidFill>
              <a:srgbClr val="FFFFFF"/>
            </a:solidFill>
            <a:ln cap="flat" cmpd="sng" w="190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433" name="Google Shape;433;p32"/>
            <p:cNvSpPr txBox="1"/>
            <p:nvPr/>
          </p:nvSpPr>
          <p:spPr>
            <a:xfrm>
              <a:off x="6622097" y="4126525"/>
              <a:ext cx="2636100" cy="7641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ko" sz="1500">
                  <a:solidFill>
                    <a:srgbClr val="0B5394"/>
                  </a:solidFill>
                  <a:latin typeface="Noto Sans KR"/>
                  <a:ea typeface="Noto Sans KR"/>
                  <a:cs typeface="Noto Sans KR"/>
                  <a:sym typeface="Noto Sans KR"/>
                </a:rPr>
                <a:t>Google docs</a:t>
              </a:r>
              <a:endParaRPr sz="1100">
                <a:latin typeface="Noto Sans KR"/>
                <a:ea typeface="Noto Sans KR"/>
                <a:cs typeface="Noto Sans KR"/>
                <a:sym typeface="Noto Sans K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437" name="Shape 437"/>
        <p:cNvGrpSpPr/>
        <p:nvPr/>
      </p:nvGrpSpPr>
      <p:grpSpPr>
        <a:xfrm>
          <a:off x="0" y="0"/>
          <a:ext cx="0" cy="0"/>
          <a:chOff x="0" y="0"/>
          <a:chExt cx="0" cy="0"/>
        </a:xfrm>
      </p:grpSpPr>
      <p:pic>
        <p:nvPicPr>
          <p:cNvPr id="438" name="Google Shape;438;p33"/>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439" name="Google Shape;439;p33"/>
          <p:cNvPicPr preferRelativeResize="0"/>
          <p:nvPr/>
        </p:nvPicPr>
        <p:blipFill rotWithShape="1">
          <a:blip r:embed="rId4">
            <a:alphaModFix/>
          </a:blip>
          <a:srcRect b="0" l="0" r="0" t="0"/>
          <a:stretch/>
        </p:blipFill>
        <p:spPr>
          <a:xfrm>
            <a:off x="3527610" y="4749279"/>
            <a:ext cx="1704824" cy="293191"/>
          </a:xfrm>
          <a:prstGeom prst="rect">
            <a:avLst/>
          </a:prstGeom>
          <a:noFill/>
          <a:ln>
            <a:noFill/>
          </a:ln>
        </p:spPr>
      </p:pic>
      <p:pic>
        <p:nvPicPr>
          <p:cNvPr id="440" name="Google Shape;440;p33"/>
          <p:cNvPicPr preferRelativeResize="0"/>
          <p:nvPr/>
        </p:nvPicPr>
        <p:blipFill rotWithShape="1">
          <a:blip r:embed="rId5">
            <a:alphaModFix/>
          </a:blip>
          <a:srcRect b="0" l="0" r="0" t="0"/>
          <a:stretch/>
        </p:blipFill>
        <p:spPr>
          <a:xfrm>
            <a:off x="211680" y="238103"/>
            <a:ext cx="3437200" cy="1112210"/>
          </a:xfrm>
          <a:prstGeom prst="rect">
            <a:avLst/>
          </a:prstGeom>
          <a:noFill/>
          <a:ln>
            <a:noFill/>
          </a:ln>
        </p:spPr>
      </p:pic>
      <p:pic>
        <p:nvPicPr>
          <p:cNvPr id="441" name="Google Shape;441;p33"/>
          <p:cNvPicPr preferRelativeResize="0"/>
          <p:nvPr/>
        </p:nvPicPr>
        <p:blipFill>
          <a:blip r:embed="rId6">
            <a:alphaModFix/>
          </a:blip>
          <a:stretch>
            <a:fillRect/>
          </a:stretch>
        </p:blipFill>
        <p:spPr>
          <a:xfrm>
            <a:off x="1001775" y="1062925"/>
            <a:ext cx="7139323" cy="4015849"/>
          </a:xfrm>
          <a:prstGeom prst="rect">
            <a:avLst/>
          </a:prstGeom>
          <a:noFill/>
          <a:ln>
            <a:noFill/>
          </a:ln>
        </p:spPr>
      </p:pic>
      <p:sp>
        <p:nvSpPr>
          <p:cNvPr id="442" name="Google Shape;442;p33"/>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2. 프로젝트 설계</a:t>
            </a:r>
            <a:endParaRPr b="1" sz="1600">
              <a:solidFill>
                <a:srgbClr val="242A44"/>
              </a:solidFill>
              <a:latin typeface="Noto Sans KR"/>
              <a:ea typeface="Noto Sans KR"/>
              <a:cs typeface="Noto Sans KR"/>
              <a:sym typeface="Noto Sans KR"/>
            </a:endParaRPr>
          </a:p>
        </p:txBody>
      </p:sp>
      <p:sp>
        <p:nvSpPr>
          <p:cNvPr id="443" name="Google Shape;443;p33"/>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447" name="Shape 447"/>
        <p:cNvGrpSpPr/>
        <p:nvPr/>
      </p:nvGrpSpPr>
      <p:grpSpPr>
        <a:xfrm>
          <a:off x="0" y="0"/>
          <a:ext cx="0" cy="0"/>
          <a:chOff x="0" y="0"/>
          <a:chExt cx="0" cy="0"/>
        </a:xfrm>
      </p:grpSpPr>
      <p:pic>
        <p:nvPicPr>
          <p:cNvPr id="448" name="Google Shape;448;p34"/>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449" name="Google Shape;449;p34"/>
          <p:cNvPicPr preferRelativeResize="0"/>
          <p:nvPr/>
        </p:nvPicPr>
        <p:blipFill rotWithShape="1">
          <a:blip r:embed="rId4">
            <a:alphaModFix/>
          </a:blip>
          <a:srcRect b="0" l="0" r="0" t="0"/>
          <a:stretch/>
        </p:blipFill>
        <p:spPr>
          <a:xfrm>
            <a:off x="3527610" y="4749279"/>
            <a:ext cx="1704824" cy="293191"/>
          </a:xfrm>
          <a:prstGeom prst="rect">
            <a:avLst/>
          </a:prstGeom>
          <a:noFill/>
          <a:ln>
            <a:noFill/>
          </a:ln>
        </p:spPr>
      </p:pic>
      <p:pic>
        <p:nvPicPr>
          <p:cNvPr id="450" name="Google Shape;450;p34"/>
          <p:cNvPicPr preferRelativeResize="0"/>
          <p:nvPr/>
        </p:nvPicPr>
        <p:blipFill rotWithShape="1">
          <a:blip r:embed="rId5">
            <a:alphaModFix/>
          </a:blip>
          <a:srcRect b="0" l="0" r="0" t="0"/>
          <a:stretch/>
        </p:blipFill>
        <p:spPr>
          <a:xfrm>
            <a:off x="211680" y="238103"/>
            <a:ext cx="3437200" cy="1112210"/>
          </a:xfrm>
          <a:prstGeom prst="rect">
            <a:avLst/>
          </a:prstGeom>
          <a:noFill/>
          <a:ln>
            <a:noFill/>
          </a:ln>
        </p:spPr>
      </p:pic>
      <p:sp>
        <p:nvSpPr>
          <p:cNvPr id="451" name="Google Shape;451;p34"/>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2. 프로젝트 설계</a:t>
            </a:r>
            <a:endParaRPr b="1" sz="1600">
              <a:solidFill>
                <a:srgbClr val="242A44"/>
              </a:solidFill>
              <a:latin typeface="Noto Sans KR"/>
              <a:ea typeface="Noto Sans KR"/>
              <a:cs typeface="Noto Sans KR"/>
              <a:sym typeface="Noto Sans KR"/>
            </a:endParaRPr>
          </a:p>
        </p:txBody>
      </p:sp>
      <p:sp>
        <p:nvSpPr>
          <p:cNvPr id="452" name="Google Shape;452;p34"/>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grpSp>
        <p:nvGrpSpPr>
          <p:cNvPr id="453" name="Google Shape;453;p34"/>
          <p:cNvGrpSpPr/>
          <p:nvPr/>
        </p:nvGrpSpPr>
        <p:grpSpPr>
          <a:xfrm>
            <a:off x="174450" y="1170880"/>
            <a:ext cx="8793974" cy="2956632"/>
            <a:chOff x="880425" y="1101150"/>
            <a:chExt cx="8793974" cy="1984450"/>
          </a:xfrm>
        </p:grpSpPr>
        <p:pic>
          <p:nvPicPr>
            <p:cNvPr id="454" name="Google Shape;454;p34"/>
            <p:cNvPicPr preferRelativeResize="0"/>
            <p:nvPr/>
          </p:nvPicPr>
          <p:blipFill rotWithShape="1">
            <a:blip r:embed="rId6">
              <a:alphaModFix/>
            </a:blip>
            <a:srcRect b="36495" l="13103" r="0" t="0"/>
            <a:stretch/>
          </p:blipFill>
          <p:spPr>
            <a:xfrm>
              <a:off x="880425" y="1101150"/>
              <a:ext cx="4435201" cy="1964875"/>
            </a:xfrm>
            <a:prstGeom prst="rect">
              <a:avLst/>
            </a:prstGeom>
            <a:noFill/>
            <a:ln>
              <a:noFill/>
            </a:ln>
          </p:spPr>
        </p:pic>
        <p:pic>
          <p:nvPicPr>
            <p:cNvPr id="455" name="Google Shape;455;p34"/>
            <p:cNvPicPr preferRelativeResize="0"/>
            <p:nvPr/>
          </p:nvPicPr>
          <p:blipFill rotWithShape="1">
            <a:blip r:embed="rId7">
              <a:alphaModFix/>
            </a:blip>
            <a:srcRect b="35670" l="13584" r="0" t="0"/>
            <a:stretch/>
          </p:blipFill>
          <p:spPr>
            <a:xfrm>
              <a:off x="5315625" y="1120725"/>
              <a:ext cx="4358774" cy="1964875"/>
            </a:xfrm>
            <a:prstGeom prst="rect">
              <a:avLst/>
            </a:prstGeom>
            <a:noFill/>
            <a:ln>
              <a:noFill/>
            </a:ln>
          </p:spPr>
        </p:pic>
      </p:grpSp>
      <p:grpSp>
        <p:nvGrpSpPr>
          <p:cNvPr id="456" name="Google Shape;456;p34"/>
          <p:cNvGrpSpPr/>
          <p:nvPr/>
        </p:nvGrpSpPr>
        <p:grpSpPr>
          <a:xfrm>
            <a:off x="3648874" y="4171251"/>
            <a:ext cx="1666015" cy="534259"/>
            <a:chOff x="6622097" y="4126525"/>
            <a:chExt cx="2636100" cy="764100"/>
          </a:xfrm>
        </p:grpSpPr>
        <p:sp>
          <p:nvSpPr>
            <p:cNvPr id="457" name="Google Shape;457;p34"/>
            <p:cNvSpPr/>
            <p:nvPr/>
          </p:nvSpPr>
          <p:spPr>
            <a:xfrm>
              <a:off x="6822872" y="4126541"/>
              <a:ext cx="2304000" cy="593400"/>
            </a:xfrm>
            <a:prstGeom prst="roundRect">
              <a:avLst>
                <a:gd fmla="val 16667" name="adj"/>
              </a:avLst>
            </a:prstGeom>
            <a:solidFill>
              <a:srgbClr val="FFFFFF"/>
            </a:solidFill>
            <a:ln cap="flat" cmpd="sng" w="19050">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458" name="Google Shape;458;p34"/>
            <p:cNvSpPr txBox="1"/>
            <p:nvPr/>
          </p:nvSpPr>
          <p:spPr>
            <a:xfrm>
              <a:off x="6622097" y="4126525"/>
              <a:ext cx="2636100" cy="7641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b="1" lang="ko" sz="1500">
                  <a:solidFill>
                    <a:srgbClr val="0B5394"/>
                  </a:solidFill>
                  <a:latin typeface="Noto Sans KR"/>
                  <a:ea typeface="Noto Sans KR"/>
                  <a:cs typeface="Noto Sans KR"/>
                  <a:sym typeface="Noto Sans KR"/>
                </a:rPr>
                <a:t>Git-hub</a:t>
              </a:r>
              <a:endParaRPr sz="1100">
                <a:latin typeface="Noto Sans KR"/>
                <a:ea typeface="Noto Sans KR"/>
                <a:cs typeface="Noto Sans KR"/>
                <a:sym typeface="Noto Sans K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462" name="Shape 462"/>
        <p:cNvGrpSpPr/>
        <p:nvPr/>
      </p:nvGrpSpPr>
      <p:grpSpPr>
        <a:xfrm>
          <a:off x="0" y="0"/>
          <a:ext cx="0" cy="0"/>
          <a:chOff x="0" y="0"/>
          <a:chExt cx="0" cy="0"/>
        </a:xfrm>
      </p:grpSpPr>
      <p:pic>
        <p:nvPicPr>
          <p:cNvPr id="463" name="Google Shape;463;p35"/>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464" name="Google Shape;464;p35"/>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465" name="Google Shape;465;p35"/>
          <p:cNvSpPr/>
          <p:nvPr/>
        </p:nvSpPr>
        <p:spPr>
          <a:xfrm>
            <a:off x="3606977" y="1225412"/>
            <a:ext cx="1978200" cy="432900"/>
          </a:xfrm>
          <a:prstGeom prst="roundRect">
            <a:avLst>
              <a:gd fmla="val 16667" name="adj"/>
            </a:avLst>
          </a:prstGeom>
          <a:solidFill>
            <a:srgbClr val="242A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마케팅</a:t>
            </a:r>
            <a:endParaRPr b="1" sz="1700">
              <a:solidFill>
                <a:srgbClr val="FFFFFF"/>
              </a:solidFill>
              <a:latin typeface="Noto Sans KR"/>
              <a:ea typeface="Noto Sans KR"/>
              <a:cs typeface="Noto Sans KR"/>
              <a:sym typeface="Noto Sans KR"/>
            </a:endParaRPr>
          </a:p>
        </p:txBody>
      </p:sp>
      <p:sp>
        <p:nvSpPr>
          <p:cNvPr id="466" name="Google Shape;466;p35"/>
          <p:cNvSpPr txBox="1"/>
          <p:nvPr/>
        </p:nvSpPr>
        <p:spPr>
          <a:xfrm>
            <a:off x="3606977" y="1658325"/>
            <a:ext cx="1978200" cy="145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
                <a:latin typeface="Noto Sans KR"/>
                <a:ea typeface="Noto Sans KR"/>
                <a:cs typeface="Noto Sans KR"/>
                <a:sym typeface="Noto Sans KR"/>
              </a:rPr>
              <a:t>영업관리</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고객관리</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판매자관리</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상품관리</a:t>
            </a:r>
            <a:endParaRPr>
              <a:latin typeface="Noto Sans KR"/>
              <a:ea typeface="Noto Sans KR"/>
              <a:cs typeface="Noto Sans KR"/>
              <a:sym typeface="Noto Sans KR"/>
            </a:endParaRPr>
          </a:p>
          <a:p>
            <a:pPr indent="0" lvl="0" marL="0" rtl="0" algn="ctr">
              <a:spcBef>
                <a:spcPts val="0"/>
              </a:spcBef>
              <a:spcAft>
                <a:spcPts val="0"/>
              </a:spcAft>
              <a:buNone/>
            </a:pPr>
            <a:r>
              <a:t/>
            </a:r>
            <a:endParaRPr>
              <a:latin typeface="Noto Sans KR"/>
              <a:ea typeface="Noto Sans KR"/>
              <a:cs typeface="Noto Sans KR"/>
              <a:sym typeface="Noto Sans KR"/>
            </a:endParaRPr>
          </a:p>
        </p:txBody>
      </p:sp>
      <p:sp>
        <p:nvSpPr>
          <p:cNvPr id="467" name="Google Shape;467;p35"/>
          <p:cNvSpPr/>
          <p:nvPr/>
        </p:nvSpPr>
        <p:spPr>
          <a:xfrm>
            <a:off x="5810999" y="1225425"/>
            <a:ext cx="1978200" cy="432900"/>
          </a:xfrm>
          <a:prstGeom prst="roundRect">
            <a:avLst>
              <a:gd fmla="val 16667" name="adj"/>
            </a:avLst>
          </a:prstGeom>
          <a:solidFill>
            <a:srgbClr val="242A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회계</a:t>
            </a:r>
            <a:endParaRPr b="1" sz="1700">
              <a:solidFill>
                <a:srgbClr val="FFFFFF"/>
              </a:solidFill>
              <a:latin typeface="Noto Sans KR"/>
              <a:ea typeface="Noto Sans KR"/>
              <a:cs typeface="Noto Sans KR"/>
              <a:sym typeface="Noto Sans KR"/>
            </a:endParaRPr>
          </a:p>
        </p:txBody>
      </p:sp>
      <p:sp>
        <p:nvSpPr>
          <p:cNvPr id="468" name="Google Shape;468;p35"/>
          <p:cNvSpPr txBox="1"/>
          <p:nvPr/>
        </p:nvSpPr>
        <p:spPr>
          <a:xfrm>
            <a:off x="5810999" y="1658347"/>
            <a:ext cx="1978200" cy="145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
                <a:latin typeface="Noto Sans KR"/>
                <a:ea typeface="Noto Sans KR"/>
                <a:cs typeface="Noto Sans KR"/>
                <a:sym typeface="Noto Sans KR"/>
              </a:rPr>
              <a:t>채무/채권</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전표관리</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재무관리</a:t>
            </a:r>
            <a:endParaRPr>
              <a:latin typeface="Noto Sans KR"/>
              <a:ea typeface="Noto Sans KR"/>
              <a:cs typeface="Noto Sans KR"/>
              <a:sym typeface="Noto Sans KR"/>
            </a:endParaRPr>
          </a:p>
          <a:p>
            <a:pPr indent="0" lvl="0" marL="0" rtl="0" algn="ctr">
              <a:spcBef>
                <a:spcPts val="0"/>
              </a:spcBef>
              <a:spcAft>
                <a:spcPts val="0"/>
              </a:spcAft>
              <a:buNone/>
            </a:pPr>
            <a:r>
              <a:t/>
            </a:r>
            <a:endParaRPr>
              <a:latin typeface="Noto Sans KR"/>
              <a:ea typeface="Noto Sans KR"/>
              <a:cs typeface="Noto Sans KR"/>
              <a:sym typeface="Noto Sans KR"/>
            </a:endParaRPr>
          </a:p>
        </p:txBody>
      </p:sp>
      <p:sp>
        <p:nvSpPr>
          <p:cNvPr id="469" name="Google Shape;469;p35"/>
          <p:cNvSpPr/>
          <p:nvPr/>
        </p:nvSpPr>
        <p:spPr>
          <a:xfrm>
            <a:off x="1354788" y="3098900"/>
            <a:ext cx="1978200" cy="432900"/>
          </a:xfrm>
          <a:prstGeom prst="roundRect">
            <a:avLst>
              <a:gd fmla="val 16667" name="adj"/>
            </a:avLst>
          </a:prstGeom>
          <a:solidFill>
            <a:srgbClr val="242A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인사</a:t>
            </a:r>
            <a:endParaRPr b="1" sz="1700">
              <a:solidFill>
                <a:srgbClr val="FFFFFF"/>
              </a:solidFill>
              <a:latin typeface="Noto Sans KR"/>
              <a:ea typeface="Noto Sans KR"/>
              <a:cs typeface="Noto Sans KR"/>
              <a:sym typeface="Noto Sans KR"/>
            </a:endParaRPr>
          </a:p>
        </p:txBody>
      </p:sp>
      <p:sp>
        <p:nvSpPr>
          <p:cNvPr id="470" name="Google Shape;470;p35"/>
          <p:cNvSpPr txBox="1"/>
          <p:nvPr/>
        </p:nvSpPr>
        <p:spPr>
          <a:xfrm>
            <a:off x="1354788" y="3531822"/>
            <a:ext cx="1978200" cy="145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
                <a:latin typeface="Noto Sans KR"/>
                <a:ea typeface="Noto Sans KR"/>
                <a:cs typeface="Noto Sans KR"/>
                <a:sym typeface="Noto Sans KR"/>
              </a:rPr>
              <a:t>사원관리</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부서관리</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근태관리</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근로계약서</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일용근무</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증명서</a:t>
            </a:r>
            <a:endParaRPr>
              <a:latin typeface="Noto Sans KR"/>
              <a:ea typeface="Noto Sans KR"/>
              <a:cs typeface="Noto Sans KR"/>
              <a:sym typeface="Noto Sans KR"/>
            </a:endParaRPr>
          </a:p>
          <a:p>
            <a:pPr indent="0" lvl="0" marL="0" rtl="0" algn="ctr">
              <a:spcBef>
                <a:spcPts val="0"/>
              </a:spcBef>
              <a:spcAft>
                <a:spcPts val="0"/>
              </a:spcAft>
              <a:buNone/>
            </a:pPr>
            <a:r>
              <a:t/>
            </a:r>
            <a:endParaRPr>
              <a:latin typeface="Noto Sans KR"/>
              <a:ea typeface="Noto Sans KR"/>
              <a:cs typeface="Noto Sans KR"/>
              <a:sym typeface="Noto Sans KR"/>
            </a:endParaRPr>
          </a:p>
        </p:txBody>
      </p:sp>
      <p:sp>
        <p:nvSpPr>
          <p:cNvPr id="471" name="Google Shape;471;p35"/>
          <p:cNvSpPr/>
          <p:nvPr/>
        </p:nvSpPr>
        <p:spPr>
          <a:xfrm>
            <a:off x="3588814" y="3098900"/>
            <a:ext cx="1978200" cy="432900"/>
          </a:xfrm>
          <a:prstGeom prst="roundRect">
            <a:avLst>
              <a:gd fmla="val 16667" name="adj"/>
            </a:avLst>
          </a:prstGeom>
          <a:solidFill>
            <a:srgbClr val="242A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생산</a:t>
            </a:r>
            <a:endParaRPr b="1" sz="1700">
              <a:solidFill>
                <a:srgbClr val="FFFFFF"/>
              </a:solidFill>
              <a:latin typeface="Noto Sans KR"/>
              <a:ea typeface="Noto Sans KR"/>
              <a:cs typeface="Noto Sans KR"/>
              <a:sym typeface="Noto Sans KR"/>
            </a:endParaRPr>
          </a:p>
        </p:txBody>
      </p:sp>
      <p:sp>
        <p:nvSpPr>
          <p:cNvPr id="472" name="Google Shape;472;p35"/>
          <p:cNvSpPr/>
          <p:nvPr/>
        </p:nvSpPr>
        <p:spPr>
          <a:xfrm>
            <a:off x="5801466" y="3098919"/>
            <a:ext cx="1978200" cy="432900"/>
          </a:xfrm>
          <a:prstGeom prst="roundRect">
            <a:avLst>
              <a:gd fmla="val 16667" name="adj"/>
            </a:avLst>
          </a:prstGeom>
          <a:solidFill>
            <a:srgbClr val="242A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구매/재고</a:t>
            </a:r>
            <a:endParaRPr b="1" sz="1700">
              <a:solidFill>
                <a:srgbClr val="FFFFFF"/>
              </a:solidFill>
              <a:latin typeface="Noto Sans KR"/>
              <a:ea typeface="Noto Sans KR"/>
              <a:cs typeface="Noto Sans KR"/>
              <a:sym typeface="Noto Sans KR"/>
            </a:endParaRPr>
          </a:p>
        </p:txBody>
      </p:sp>
      <p:sp>
        <p:nvSpPr>
          <p:cNvPr id="473" name="Google Shape;473;p35"/>
          <p:cNvSpPr txBox="1"/>
          <p:nvPr/>
        </p:nvSpPr>
        <p:spPr>
          <a:xfrm>
            <a:off x="5815074" y="3531840"/>
            <a:ext cx="1978200" cy="145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
                <a:latin typeface="Noto Sans KR"/>
                <a:ea typeface="Noto Sans KR"/>
                <a:cs typeface="Noto Sans KR"/>
                <a:sym typeface="Noto Sans KR"/>
              </a:rPr>
              <a:t>물품등록/조회</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거래처관리</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창고관리</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비품사용</a:t>
            </a:r>
            <a:endParaRPr>
              <a:latin typeface="Noto Sans KR"/>
              <a:ea typeface="Noto Sans KR"/>
              <a:cs typeface="Noto Sans KR"/>
              <a:sym typeface="Noto Sans KR"/>
            </a:endParaRPr>
          </a:p>
        </p:txBody>
      </p:sp>
      <p:sp>
        <p:nvSpPr>
          <p:cNvPr id="474" name="Google Shape;474;p35"/>
          <p:cNvSpPr/>
          <p:nvPr/>
        </p:nvSpPr>
        <p:spPr>
          <a:xfrm>
            <a:off x="1354864" y="1225400"/>
            <a:ext cx="1978200" cy="432900"/>
          </a:xfrm>
          <a:prstGeom prst="roundRect">
            <a:avLst>
              <a:gd fmla="val 16667" name="adj"/>
            </a:avLst>
          </a:prstGeom>
          <a:solidFill>
            <a:srgbClr val="242A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메인</a:t>
            </a:r>
            <a:endParaRPr b="1" sz="1700">
              <a:solidFill>
                <a:srgbClr val="FFFFFF"/>
              </a:solidFill>
              <a:latin typeface="Noto Sans KR"/>
              <a:ea typeface="Noto Sans KR"/>
              <a:cs typeface="Noto Sans KR"/>
              <a:sym typeface="Noto Sans KR"/>
            </a:endParaRPr>
          </a:p>
        </p:txBody>
      </p:sp>
      <p:sp>
        <p:nvSpPr>
          <p:cNvPr id="475" name="Google Shape;475;p35"/>
          <p:cNvSpPr txBox="1"/>
          <p:nvPr/>
        </p:nvSpPr>
        <p:spPr>
          <a:xfrm>
            <a:off x="1354864" y="1658313"/>
            <a:ext cx="1978200" cy="145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
                <a:latin typeface="Noto Sans KR"/>
                <a:ea typeface="Noto Sans KR"/>
                <a:cs typeface="Noto Sans KR"/>
                <a:sym typeface="Noto Sans KR"/>
              </a:rPr>
              <a:t>로그인/아웃</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회원가입</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관리자</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캘린더</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편지쓰기</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게시판</a:t>
            </a:r>
            <a:endParaRPr>
              <a:latin typeface="Noto Sans KR"/>
              <a:ea typeface="Noto Sans KR"/>
              <a:cs typeface="Noto Sans KR"/>
              <a:sym typeface="Noto Sans KR"/>
            </a:endParaRPr>
          </a:p>
        </p:txBody>
      </p:sp>
      <p:sp>
        <p:nvSpPr>
          <p:cNvPr id="476" name="Google Shape;476;p35"/>
          <p:cNvSpPr txBox="1"/>
          <p:nvPr/>
        </p:nvSpPr>
        <p:spPr>
          <a:xfrm>
            <a:off x="3602421" y="3531822"/>
            <a:ext cx="1978200" cy="145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
                <a:latin typeface="Noto Sans KR"/>
                <a:ea typeface="Noto Sans KR"/>
                <a:cs typeface="Noto Sans KR"/>
                <a:sym typeface="Noto Sans KR"/>
              </a:rPr>
              <a:t>BOM</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작업지시서</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작업내역</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생산관리</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품질관리</a:t>
            </a:r>
            <a:endParaRPr>
              <a:latin typeface="Noto Sans KR"/>
              <a:ea typeface="Noto Sans KR"/>
              <a:cs typeface="Noto Sans KR"/>
              <a:sym typeface="Noto Sans KR"/>
            </a:endParaRPr>
          </a:p>
          <a:p>
            <a:pPr indent="0" lvl="0" marL="0" rtl="0" algn="ctr">
              <a:spcBef>
                <a:spcPts val="0"/>
              </a:spcBef>
              <a:spcAft>
                <a:spcPts val="0"/>
              </a:spcAft>
              <a:buNone/>
            </a:pPr>
            <a:r>
              <a:rPr lang="ko">
                <a:latin typeface="Noto Sans KR"/>
                <a:ea typeface="Noto Sans KR"/>
                <a:cs typeface="Noto Sans KR"/>
                <a:sym typeface="Noto Sans KR"/>
              </a:rPr>
              <a:t>원가관리</a:t>
            </a:r>
            <a:endParaRPr>
              <a:latin typeface="Noto Sans KR"/>
              <a:ea typeface="Noto Sans KR"/>
              <a:cs typeface="Noto Sans KR"/>
              <a:sym typeface="Noto Sans KR"/>
            </a:endParaRPr>
          </a:p>
          <a:p>
            <a:pPr indent="0" lvl="0" marL="0" rtl="0" algn="ctr">
              <a:spcBef>
                <a:spcPts val="0"/>
              </a:spcBef>
              <a:spcAft>
                <a:spcPts val="0"/>
              </a:spcAft>
              <a:buNone/>
            </a:pPr>
            <a:r>
              <a:t/>
            </a:r>
            <a:endParaRPr>
              <a:latin typeface="Noto Sans KR"/>
              <a:ea typeface="Noto Sans KR"/>
              <a:cs typeface="Noto Sans KR"/>
              <a:sym typeface="Noto Sans KR"/>
            </a:endParaRPr>
          </a:p>
        </p:txBody>
      </p:sp>
      <p:sp>
        <p:nvSpPr>
          <p:cNvPr id="477" name="Google Shape;477;p35"/>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2</a:t>
            </a:r>
            <a:r>
              <a:rPr b="1" lang="ko" sz="1600">
                <a:solidFill>
                  <a:srgbClr val="242A44"/>
                </a:solidFill>
                <a:latin typeface="Noto Sans KR"/>
                <a:ea typeface="Noto Sans KR"/>
                <a:cs typeface="Noto Sans KR"/>
                <a:sym typeface="Noto Sans KR"/>
              </a:rPr>
              <a:t>. 프로젝트 설계</a:t>
            </a:r>
            <a:endParaRPr b="1" sz="1600">
              <a:solidFill>
                <a:srgbClr val="242A44"/>
              </a:solidFill>
              <a:latin typeface="Noto Sans KR"/>
              <a:ea typeface="Noto Sans KR"/>
              <a:cs typeface="Noto Sans KR"/>
              <a:sym typeface="Noto Sans KR"/>
            </a:endParaRPr>
          </a:p>
        </p:txBody>
      </p:sp>
      <p:sp>
        <p:nvSpPr>
          <p:cNvPr id="478" name="Google Shape;478;p35"/>
          <p:cNvSpPr txBox="1"/>
          <p:nvPr/>
        </p:nvSpPr>
        <p:spPr>
          <a:xfrm>
            <a:off x="147072" y="294475"/>
            <a:ext cx="645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latin typeface="Noto Sans KR"/>
                <a:ea typeface="Noto Sans KR"/>
                <a:cs typeface="Noto Sans KR"/>
                <a:sym typeface="Noto Sans KR"/>
              </a:rPr>
              <a:t>주요 기능</a:t>
            </a:r>
            <a:endParaRPr b="1" sz="3500">
              <a:solidFill>
                <a:srgbClr val="242A44"/>
              </a:solidFill>
              <a:latin typeface="Noto Sans KR"/>
              <a:ea typeface="Noto Sans KR"/>
              <a:cs typeface="Noto Sans KR"/>
              <a:sym typeface="Noto Sans K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A44"/>
        </a:solidFill>
      </p:bgPr>
    </p:bg>
    <p:spTree>
      <p:nvGrpSpPr>
        <p:cNvPr id="482" name="Shape 482"/>
        <p:cNvGrpSpPr/>
        <p:nvPr/>
      </p:nvGrpSpPr>
      <p:grpSpPr>
        <a:xfrm>
          <a:off x="0" y="0"/>
          <a:ext cx="0" cy="0"/>
          <a:chOff x="0" y="0"/>
          <a:chExt cx="0" cy="0"/>
        </a:xfrm>
      </p:grpSpPr>
      <p:pic>
        <p:nvPicPr>
          <p:cNvPr id="483" name="Google Shape;483;p36"/>
          <p:cNvPicPr preferRelativeResize="0"/>
          <p:nvPr/>
        </p:nvPicPr>
        <p:blipFill rotWithShape="1">
          <a:blip r:embed="rId3">
            <a:alphaModFix/>
          </a:blip>
          <a:srcRect b="0" l="0" r="0" t="0"/>
          <a:stretch/>
        </p:blipFill>
        <p:spPr>
          <a:xfrm>
            <a:off x="0" y="0"/>
            <a:ext cx="9142858" cy="5142857"/>
          </a:xfrm>
          <a:prstGeom prst="rect">
            <a:avLst/>
          </a:prstGeom>
          <a:noFill/>
          <a:ln>
            <a:noFill/>
          </a:ln>
        </p:spPr>
      </p:pic>
      <p:pic>
        <p:nvPicPr>
          <p:cNvPr id="484" name="Google Shape;484;p36"/>
          <p:cNvPicPr preferRelativeResize="0"/>
          <p:nvPr/>
        </p:nvPicPr>
        <p:blipFill rotWithShape="1">
          <a:blip r:embed="rId4">
            <a:alphaModFix/>
          </a:blip>
          <a:srcRect b="0" l="0" r="0" t="0"/>
          <a:stretch/>
        </p:blipFill>
        <p:spPr>
          <a:xfrm>
            <a:off x="4443239" y="0"/>
            <a:ext cx="256379" cy="128256"/>
          </a:xfrm>
          <a:prstGeom prst="rect">
            <a:avLst/>
          </a:prstGeom>
          <a:noFill/>
          <a:ln>
            <a:noFill/>
          </a:ln>
        </p:spPr>
      </p:pic>
      <p:grpSp>
        <p:nvGrpSpPr>
          <p:cNvPr id="485" name="Google Shape;485;p36"/>
          <p:cNvGrpSpPr/>
          <p:nvPr/>
        </p:nvGrpSpPr>
        <p:grpSpPr>
          <a:xfrm>
            <a:off x="1278925" y="1908275"/>
            <a:ext cx="6585000" cy="1326300"/>
            <a:chOff x="1279500" y="2163900"/>
            <a:chExt cx="6585000" cy="1326300"/>
          </a:xfrm>
        </p:grpSpPr>
        <p:sp>
          <p:nvSpPr>
            <p:cNvPr id="486" name="Google Shape;486;p36"/>
            <p:cNvSpPr txBox="1"/>
            <p:nvPr/>
          </p:nvSpPr>
          <p:spPr>
            <a:xfrm>
              <a:off x="1342497" y="2163900"/>
              <a:ext cx="6459000" cy="81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4100">
                  <a:solidFill>
                    <a:srgbClr val="F0660C"/>
                  </a:solidFill>
                  <a:latin typeface="Noto Sans KR"/>
                  <a:ea typeface="Noto Sans KR"/>
                  <a:cs typeface="Noto Sans KR"/>
                  <a:sym typeface="Noto Sans KR"/>
                </a:rPr>
                <a:t>3</a:t>
              </a:r>
              <a:r>
                <a:rPr b="1" lang="ko" sz="4100">
                  <a:solidFill>
                    <a:srgbClr val="F0660C"/>
                  </a:solidFill>
                  <a:latin typeface="Noto Sans KR"/>
                  <a:ea typeface="Noto Sans KR"/>
                  <a:cs typeface="Noto Sans KR"/>
                  <a:sym typeface="Noto Sans KR"/>
                </a:rPr>
                <a:t>. 프로젝트 개발</a:t>
              </a:r>
              <a:endParaRPr b="1" sz="4100">
                <a:solidFill>
                  <a:srgbClr val="F0660C"/>
                </a:solidFill>
                <a:latin typeface="Noto Sans KR"/>
                <a:ea typeface="Noto Sans KR"/>
                <a:cs typeface="Noto Sans KR"/>
                <a:sym typeface="Noto Sans KR"/>
              </a:endParaRPr>
            </a:p>
          </p:txBody>
        </p:sp>
        <p:sp>
          <p:nvSpPr>
            <p:cNvPr id="487" name="Google Shape;487;p36"/>
            <p:cNvSpPr txBox="1"/>
            <p:nvPr/>
          </p:nvSpPr>
          <p:spPr>
            <a:xfrm>
              <a:off x="1279500" y="2903400"/>
              <a:ext cx="6585000" cy="58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1500">
                  <a:solidFill>
                    <a:srgbClr val="F3F4F9"/>
                  </a:solidFill>
                  <a:latin typeface="Noto Sans KR"/>
                  <a:ea typeface="Noto Sans KR"/>
                  <a:cs typeface="Noto Sans KR"/>
                  <a:sym typeface="Noto Sans KR"/>
                </a:rPr>
                <a:t>세부 기능 소개</a:t>
              </a:r>
              <a:endParaRPr sz="1500">
                <a:solidFill>
                  <a:srgbClr val="F3F4F9"/>
                </a:solidFill>
                <a:latin typeface="Noto Sans KR"/>
                <a:ea typeface="Noto Sans KR"/>
                <a:cs typeface="Noto Sans KR"/>
                <a:sym typeface="Noto Sans KR"/>
              </a:endParaRPr>
            </a:p>
          </p:txBody>
        </p:sp>
      </p:grpSp>
      <p:sp>
        <p:nvSpPr>
          <p:cNvPr id="488" name="Google Shape;488;p36"/>
          <p:cNvSpPr txBox="1"/>
          <p:nvPr/>
        </p:nvSpPr>
        <p:spPr>
          <a:xfrm>
            <a:off x="102550" y="4717666"/>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B7B7B7"/>
                </a:solidFill>
                <a:latin typeface="Noto Sans KR"/>
                <a:ea typeface="Noto Sans KR"/>
                <a:cs typeface="Noto Sans KR"/>
                <a:sym typeface="Noto Sans KR"/>
              </a:rPr>
              <a:t>소비자 중심 </a:t>
            </a:r>
            <a:r>
              <a:rPr b="1" lang="ko" sz="800">
                <a:solidFill>
                  <a:srgbClr val="B7B7B7"/>
                </a:solidFill>
                <a:latin typeface="Noto Sans KR"/>
                <a:ea typeface="Noto Sans KR"/>
                <a:cs typeface="Noto Sans KR"/>
                <a:sym typeface="Noto Sans KR"/>
              </a:rPr>
              <a:t>JM ERP Solution</a:t>
            </a:r>
            <a:endParaRPr b="1" sz="800">
              <a:solidFill>
                <a:srgbClr val="B7B7B7"/>
              </a:solidFill>
              <a:latin typeface="Noto Sans KR"/>
              <a:ea typeface="Noto Sans KR"/>
              <a:cs typeface="Noto Sans KR"/>
              <a:sym typeface="Noto Sans K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492" name="Shape 492"/>
        <p:cNvGrpSpPr/>
        <p:nvPr/>
      </p:nvGrpSpPr>
      <p:grpSpPr>
        <a:xfrm>
          <a:off x="0" y="0"/>
          <a:ext cx="0" cy="0"/>
          <a:chOff x="0" y="0"/>
          <a:chExt cx="0" cy="0"/>
        </a:xfrm>
      </p:grpSpPr>
      <p:pic>
        <p:nvPicPr>
          <p:cNvPr id="493" name="Google Shape;493;p37"/>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494" name="Google Shape;494;p37"/>
          <p:cNvPicPr preferRelativeResize="0"/>
          <p:nvPr/>
        </p:nvPicPr>
        <p:blipFill rotWithShape="1">
          <a:blip r:embed="rId4">
            <a:alphaModFix/>
          </a:blip>
          <a:srcRect b="0" l="0" r="0" t="0"/>
          <a:stretch/>
        </p:blipFill>
        <p:spPr>
          <a:xfrm>
            <a:off x="211680" y="238103"/>
            <a:ext cx="3332285" cy="1112210"/>
          </a:xfrm>
          <a:prstGeom prst="rect">
            <a:avLst/>
          </a:prstGeom>
          <a:noFill/>
          <a:ln>
            <a:noFill/>
          </a:ln>
        </p:spPr>
      </p:pic>
      <p:sp>
        <p:nvSpPr>
          <p:cNvPr id="495" name="Google Shape;495;p37"/>
          <p:cNvSpPr/>
          <p:nvPr/>
        </p:nvSpPr>
        <p:spPr>
          <a:xfrm>
            <a:off x="1379700" y="1806102"/>
            <a:ext cx="6384600" cy="1326600"/>
          </a:xfrm>
          <a:prstGeom prst="roundRect">
            <a:avLst>
              <a:gd fmla="val 0" name="adj"/>
            </a:avLst>
          </a:prstGeom>
          <a:solidFill>
            <a:srgbClr val="FFFFFF"/>
          </a:solidFill>
          <a:ln cap="flat" cmpd="sng" w="2857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37"/>
          <p:cNvSpPr/>
          <p:nvPr/>
        </p:nvSpPr>
        <p:spPr>
          <a:xfrm>
            <a:off x="1911125" y="1177100"/>
            <a:ext cx="5076900" cy="389100"/>
          </a:xfrm>
          <a:prstGeom prst="roundRect">
            <a:avLst>
              <a:gd fmla="val 50000"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Font typeface="Arial"/>
              <a:buNone/>
            </a:pPr>
            <a:r>
              <a:rPr b="1" lang="ko" sz="1800">
                <a:solidFill>
                  <a:srgbClr val="FFFFFF"/>
                </a:solidFill>
                <a:latin typeface="Noto Sans KR"/>
                <a:ea typeface="Noto Sans KR"/>
                <a:cs typeface="Noto Sans KR"/>
                <a:sym typeface="Noto Sans KR"/>
              </a:rPr>
              <a:t>CRUD 구현</a:t>
            </a:r>
            <a:endParaRPr b="1" sz="1700">
              <a:solidFill>
                <a:srgbClr val="FFFFFF"/>
              </a:solidFill>
              <a:latin typeface="Noto Sans KR"/>
              <a:ea typeface="Noto Sans KR"/>
              <a:cs typeface="Noto Sans KR"/>
              <a:sym typeface="Noto Sans KR"/>
            </a:endParaRPr>
          </a:p>
        </p:txBody>
      </p:sp>
      <p:sp>
        <p:nvSpPr>
          <p:cNvPr id="497" name="Google Shape;497;p37"/>
          <p:cNvSpPr txBox="1"/>
          <p:nvPr/>
        </p:nvSpPr>
        <p:spPr>
          <a:xfrm>
            <a:off x="1911125" y="3247363"/>
            <a:ext cx="5076900" cy="11121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ko" sz="1800">
                <a:solidFill>
                  <a:srgbClr val="000000"/>
                </a:solidFill>
                <a:latin typeface="Noto Sans KR"/>
                <a:ea typeface="Noto Sans KR"/>
                <a:cs typeface="Noto Sans KR"/>
                <a:sym typeface="Noto Sans KR"/>
              </a:rPr>
              <a:t>모든 프로그램의 기본적인 기능인</a:t>
            </a:r>
            <a:endParaRPr sz="1800">
              <a:solidFill>
                <a:srgbClr val="000000"/>
              </a:solidFill>
              <a:latin typeface="Noto Sans KR"/>
              <a:ea typeface="Noto Sans KR"/>
              <a:cs typeface="Noto Sans KR"/>
              <a:sym typeface="Noto Sans KR"/>
            </a:endParaRPr>
          </a:p>
          <a:p>
            <a:pPr indent="0" lvl="0" marL="0" rtl="0" algn="ctr">
              <a:lnSpc>
                <a:spcPct val="115000"/>
              </a:lnSpc>
              <a:spcBef>
                <a:spcPts val="0"/>
              </a:spcBef>
              <a:spcAft>
                <a:spcPts val="0"/>
              </a:spcAft>
              <a:buNone/>
            </a:pPr>
            <a:r>
              <a:rPr b="1" lang="ko" sz="1800">
                <a:solidFill>
                  <a:srgbClr val="000000"/>
                </a:solidFill>
                <a:latin typeface="Noto Sans KR"/>
                <a:ea typeface="Noto Sans KR"/>
                <a:cs typeface="Noto Sans KR"/>
                <a:sym typeface="Noto Sans KR"/>
              </a:rPr>
              <a:t>CRUD를 먼저 구현한 후</a:t>
            </a:r>
            <a:endParaRPr b="1" sz="1800">
              <a:solidFill>
                <a:srgbClr val="000000"/>
              </a:solidFill>
              <a:latin typeface="Noto Sans KR"/>
              <a:ea typeface="Noto Sans KR"/>
              <a:cs typeface="Noto Sans KR"/>
              <a:sym typeface="Noto Sans KR"/>
            </a:endParaRPr>
          </a:p>
          <a:p>
            <a:pPr indent="0" lvl="0" marL="0" rtl="0" algn="ctr">
              <a:lnSpc>
                <a:spcPct val="115000"/>
              </a:lnSpc>
              <a:spcBef>
                <a:spcPts val="0"/>
              </a:spcBef>
              <a:spcAft>
                <a:spcPts val="0"/>
              </a:spcAft>
              <a:buNone/>
            </a:pPr>
            <a:r>
              <a:rPr lang="ko" sz="1800">
                <a:solidFill>
                  <a:srgbClr val="000000"/>
                </a:solidFill>
                <a:latin typeface="Noto Sans KR"/>
                <a:ea typeface="Noto Sans KR"/>
                <a:cs typeface="Noto Sans KR"/>
                <a:sym typeface="Noto Sans KR"/>
              </a:rPr>
              <a:t>회의를 통해 </a:t>
            </a:r>
            <a:r>
              <a:rPr b="1" lang="ko" sz="1800">
                <a:solidFill>
                  <a:srgbClr val="000000"/>
                </a:solidFill>
                <a:latin typeface="Noto Sans KR"/>
                <a:ea typeface="Noto Sans KR"/>
                <a:cs typeface="Noto Sans KR"/>
                <a:sym typeface="Noto Sans KR"/>
              </a:rPr>
              <a:t>세부 기능으로 확장</a:t>
            </a:r>
            <a:endParaRPr b="1" sz="1800">
              <a:solidFill>
                <a:srgbClr val="000000"/>
              </a:solidFill>
              <a:latin typeface="Noto Sans KR"/>
              <a:ea typeface="Noto Sans KR"/>
              <a:cs typeface="Noto Sans KR"/>
              <a:sym typeface="Noto Sans KR"/>
            </a:endParaRPr>
          </a:p>
        </p:txBody>
      </p:sp>
      <p:sp>
        <p:nvSpPr>
          <p:cNvPr id="498" name="Google Shape;498;p37"/>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499" name="Google Shape;499;p37"/>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pic>
        <p:nvPicPr>
          <p:cNvPr id="500" name="Google Shape;500;p37"/>
          <p:cNvPicPr preferRelativeResize="0"/>
          <p:nvPr/>
        </p:nvPicPr>
        <p:blipFill>
          <a:blip r:embed="rId5">
            <a:alphaModFix/>
          </a:blip>
          <a:stretch>
            <a:fillRect/>
          </a:stretch>
        </p:blipFill>
        <p:spPr>
          <a:xfrm>
            <a:off x="2089525" y="1967493"/>
            <a:ext cx="798993" cy="790957"/>
          </a:xfrm>
          <a:prstGeom prst="rect">
            <a:avLst/>
          </a:prstGeom>
          <a:noFill/>
          <a:ln>
            <a:noFill/>
          </a:ln>
        </p:spPr>
      </p:pic>
      <p:pic>
        <p:nvPicPr>
          <p:cNvPr id="501" name="Google Shape;501;p37"/>
          <p:cNvPicPr preferRelativeResize="0"/>
          <p:nvPr/>
        </p:nvPicPr>
        <p:blipFill>
          <a:blip r:embed="rId6">
            <a:alphaModFix/>
          </a:blip>
          <a:stretch>
            <a:fillRect/>
          </a:stretch>
        </p:blipFill>
        <p:spPr>
          <a:xfrm>
            <a:off x="3426215" y="1961771"/>
            <a:ext cx="798971" cy="790934"/>
          </a:xfrm>
          <a:prstGeom prst="rect">
            <a:avLst/>
          </a:prstGeom>
          <a:noFill/>
          <a:ln>
            <a:noFill/>
          </a:ln>
        </p:spPr>
      </p:pic>
      <p:pic>
        <p:nvPicPr>
          <p:cNvPr id="502" name="Google Shape;502;p37"/>
          <p:cNvPicPr preferRelativeResize="0"/>
          <p:nvPr/>
        </p:nvPicPr>
        <p:blipFill>
          <a:blip r:embed="rId7">
            <a:alphaModFix/>
          </a:blip>
          <a:stretch>
            <a:fillRect/>
          </a:stretch>
        </p:blipFill>
        <p:spPr>
          <a:xfrm>
            <a:off x="4826870" y="1872900"/>
            <a:ext cx="978518" cy="968675"/>
          </a:xfrm>
          <a:prstGeom prst="rect">
            <a:avLst/>
          </a:prstGeom>
          <a:noFill/>
          <a:ln>
            <a:noFill/>
          </a:ln>
        </p:spPr>
      </p:pic>
      <p:sp>
        <p:nvSpPr>
          <p:cNvPr id="503" name="Google Shape;503;p37"/>
          <p:cNvSpPr txBox="1"/>
          <p:nvPr/>
        </p:nvSpPr>
        <p:spPr>
          <a:xfrm>
            <a:off x="1782750" y="2718625"/>
            <a:ext cx="12330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1300">
                <a:solidFill>
                  <a:schemeClr val="dk2"/>
                </a:solidFill>
                <a:latin typeface="Noto Sans KR"/>
                <a:ea typeface="Noto Sans KR"/>
                <a:cs typeface="Noto Sans KR"/>
                <a:sym typeface="Noto Sans KR"/>
              </a:rPr>
              <a:t>CREATE</a:t>
            </a:r>
            <a:endParaRPr sz="1300">
              <a:solidFill>
                <a:schemeClr val="dk2"/>
              </a:solidFill>
              <a:latin typeface="Noto Sans KR"/>
              <a:ea typeface="Noto Sans KR"/>
              <a:cs typeface="Noto Sans KR"/>
              <a:sym typeface="Noto Sans KR"/>
            </a:endParaRPr>
          </a:p>
        </p:txBody>
      </p:sp>
      <p:pic>
        <p:nvPicPr>
          <p:cNvPr id="504" name="Google Shape;504;p37"/>
          <p:cNvPicPr preferRelativeResize="0"/>
          <p:nvPr/>
        </p:nvPicPr>
        <p:blipFill>
          <a:blip r:embed="rId8">
            <a:alphaModFix/>
          </a:blip>
          <a:stretch>
            <a:fillRect/>
          </a:stretch>
        </p:blipFill>
        <p:spPr>
          <a:xfrm>
            <a:off x="6407111" y="2025538"/>
            <a:ext cx="670139" cy="663398"/>
          </a:xfrm>
          <a:prstGeom prst="rect">
            <a:avLst/>
          </a:prstGeom>
          <a:noFill/>
          <a:ln>
            <a:noFill/>
          </a:ln>
        </p:spPr>
      </p:pic>
      <p:sp>
        <p:nvSpPr>
          <p:cNvPr id="505" name="Google Shape;505;p37"/>
          <p:cNvSpPr txBox="1"/>
          <p:nvPr/>
        </p:nvSpPr>
        <p:spPr>
          <a:xfrm>
            <a:off x="3241200" y="2718625"/>
            <a:ext cx="12330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1300">
                <a:solidFill>
                  <a:schemeClr val="dk2"/>
                </a:solidFill>
                <a:latin typeface="Noto Sans KR"/>
                <a:ea typeface="Noto Sans KR"/>
                <a:cs typeface="Noto Sans KR"/>
                <a:sym typeface="Noto Sans KR"/>
              </a:rPr>
              <a:t>READ</a:t>
            </a:r>
            <a:endParaRPr sz="1300">
              <a:solidFill>
                <a:schemeClr val="dk2"/>
              </a:solidFill>
              <a:latin typeface="Noto Sans KR"/>
              <a:ea typeface="Noto Sans KR"/>
              <a:cs typeface="Noto Sans KR"/>
              <a:sym typeface="Noto Sans KR"/>
            </a:endParaRPr>
          </a:p>
        </p:txBody>
      </p:sp>
      <p:sp>
        <p:nvSpPr>
          <p:cNvPr id="506" name="Google Shape;506;p37"/>
          <p:cNvSpPr txBox="1"/>
          <p:nvPr/>
        </p:nvSpPr>
        <p:spPr>
          <a:xfrm>
            <a:off x="4699638" y="2718625"/>
            <a:ext cx="12330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1300">
                <a:solidFill>
                  <a:schemeClr val="dk2"/>
                </a:solidFill>
                <a:latin typeface="Noto Sans KR"/>
                <a:ea typeface="Noto Sans KR"/>
                <a:cs typeface="Noto Sans KR"/>
                <a:sym typeface="Noto Sans KR"/>
              </a:rPr>
              <a:t>UPDATE</a:t>
            </a:r>
            <a:endParaRPr sz="1300">
              <a:solidFill>
                <a:schemeClr val="dk2"/>
              </a:solidFill>
              <a:latin typeface="Noto Sans KR"/>
              <a:ea typeface="Noto Sans KR"/>
              <a:cs typeface="Noto Sans KR"/>
              <a:sym typeface="Noto Sans KR"/>
            </a:endParaRPr>
          </a:p>
        </p:txBody>
      </p:sp>
      <p:sp>
        <p:nvSpPr>
          <p:cNvPr id="507" name="Google Shape;507;p37"/>
          <p:cNvSpPr txBox="1"/>
          <p:nvPr/>
        </p:nvSpPr>
        <p:spPr>
          <a:xfrm>
            <a:off x="6125675" y="2718625"/>
            <a:ext cx="1233000" cy="30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1300">
                <a:solidFill>
                  <a:schemeClr val="dk2"/>
                </a:solidFill>
                <a:latin typeface="Noto Sans KR"/>
                <a:ea typeface="Noto Sans KR"/>
                <a:cs typeface="Noto Sans KR"/>
                <a:sym typeface="Noto Sans KR"/>
              </a:rPr>
              <a:t>DELETE</a:t>
            </a:r>
            <a:endParaRPr sz="1300">
              <a:solidFill>
                <a:schemeClr val="dk2"/>
              </a:solidFill>
              <a:latin typeface="Noto Sans KR"/>
              <a:ea typeface="Noto Sans KR"/>
              <a:cs typeface="Noto Sans KR"/>
              <a:sym typeface="Noto Sans K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511" name="Shape 511"/>
        <p:cNvGrpSpPr/>
        <p:nvPr/>
      </p:nvGrpSpPr>
      <p:grpSpPr>
        <a:xfrm>
          <a:off x="0" y="0"/>
          <a:ext cx="0" cy="0"/>
          <a:chOff x="0" y="0"/>
          <a:chExt cx="0" cy="0"/>
        </a:xfrm>
      </p:grpSpPr>
      <p:pic>
        <p:nvPicPr>
          <p:cNvPr id="512" name="Google Shape;512;p38"/>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513" name="Google Shape;513;p38"/>
          <p:cNvSpPr/>
          <p:nvPr/>
        </p:nvSpPr>
        <p:spPr>
          <a:xfrm>
            <a:off x="3606977" y="1272062"/>
            <a:ext cx="19782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회원가입</a:t>
            </a:r>
            <a:endParaRPr b="1" sz="1700">
              <a:solidFill>
                <a:srgbClr val="FFFFFF"/>
              </a:solidFill>
              <a:latin typeface="Noto Sans KR"/>
              <a:ea typeface="Noto Sans KR"/>
              <a:cs typeface="Noto Sans KR"/>
              <a:sym typeface="Noto Sans KR"/>
            </a:endParaRPr>
          </a:p>
        </p:txBody>
      </p:sp>
      <p:sp>
        <p:nvSpPr>
          <p:cNvPr id="514" name="Google Shape;514;p38"/>
          <p:cNvSpPr txBox="1"/>
          <p:nvPr/>
        </p:nvSpPr>
        <p:spPr>
          <a:xfrm>
            <a:off x="3609189" y="1704950"/>
            <a:ext cx="1978200" cy="1455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Noto Sans KR"/>
              <a:buChar char="●"/>
            </a:pPr>
            <a:r>
              <a:rPr lang="ko" sz="1200">
                <a:latin typeface="Noto Sans KR"/>
                <a:ea typeface="Noto Sans KR"/>
                <a:cs typeface="Noto Sans KR"/>
                <a:sym typeface="Noto Sans KR"/>
              </a:rPr>
              <a:t>ID, PW 등록</a:t>
            </a:r>
            <a:endParaRPr sz="1200">
              <a:latin typeface="Noto Sans KR"/>
              <a:ea typeface="Noto Sans KR"/>
              <a:cs typeface="Noto Sans KR"/>
              <a:sym typeface="Noto Sans KR"/>
            </a:endParaRPr>
          </a:p>
          <a:p>
            <a:pPr indent="-304800" lvl="0" marL="457200" rtl="0" algn="l">
              <a:lnSpc>
                <a:spcPct val="115000"/>
              </a:lnSpc>
              <a:spcBef>
                <a:spcPts val="0"/>
              </a:spcBef>
              <a:spcAft>
                <a:spcPts val="0"/>
              </a:spcAft>
              <a:buSzPts val="1200"/>
              <a:buFont typeface="Noto Sans KR"/>
              <a:buChar char="●"/>
            </a:pPr>
            <a:r>
              <a:rPr lang="ko" sz="1200">
                <a:latin typeface="Noto Sans KR"/>
                <a:ea typeface="Noto Sans KR"/>
                <a:cs typeface="Noto Sans KR"/>
                <a:sym typeface="Noto Sans KR"/>
              </a:rPr>
              <a:t>부서별 권한설정</a:t>
            </a:r>
            <a:endParaRPr sz="1200">
              <a:latin typeface="Noto Sans KR"/>
              <a:ea typeface="Noto Sans KR"/>
              <a:cs typeface="Noto Sans KR"/>
              <a:sym typeface="Noto Sans KR"/>
            </a:endParaRPr>
          </a:p>
        </p:txBody>
      </p:sp>
      <p:sp>
        <p:nvSpPr>
          <p:cNvPr id="515" name="Google Shape;515;p38"/>
          <p:cNvSpPr/>
          <p:nvPr/>
        </p:nvSpPr>
        <p:spPr>
          <a:xfrm>
            <a:off x="1354788" y="2993150"/>
            <a:ext cx="19782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편지쓰기</a:t>
            </a:r>
            <a:endParaRPr b="1" sz="1700">
              <a:solidFill>
                <a:srgbClr val="FFFFFF"/>
              </a:solidFill>
              <a:latin typeface="Noto Sans KR"/>
              <a:ea typeface="Noto Sans KR"/>
              <a:cs typeface="Noto Sans KR"/>
              <a:sym typeface="Noto Sans KR"/>
            </a:endParaRPr>
          </a:p>
        </p:txBody>
      </p:sp>
      <p:sp>
        <p:nvSpPr>
          <p:cNvPr id="516" name="Google Shape;516;p38"/>
          <p:cNvSpPr txBox="1"/>
          <p:nvPr/>
        </p:nvSpPr>
        <p:spPr>
          <a:xfrm>
            <a:off x="1354788" y="3426072"/>
            <a:ext cx="1978200" cy="1455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Noto Sans KR"/>
              <a:buChar char="●"/>
            </a:pPr>
            <a:r>
              <a:rPr lang="ko" sz="1200">
                <a:latin typeface="Noto Sans KR"/>
                <a:ea typeface="Noto Sans KR"/>
                <a:cs typeface="Noto Sans KR"/>
                <a:sym typeface="Noto Sans KR"/>
              </a:rPr>
              <a:t>수신인 사원번호 입력</a:t>
            </a:r>
            <a:endParaRPr sz="1200">
              <a:latin typeface="Noto Sans KR"/>
              <a:ea typeface="Noto Sans KR"/>
              <a:cs typeface="Noto Sans KR"/>
              <a:sym typeface="Noto Sans KR"/>
            </a:endParaRPr>
          </a:p>
          <a:p>
            <a:pPr indent="-304800" lvl="0" marL="457200" rtl="0" algn="l">
              <a:lnSpc>
                <a:spcPct val="115000"/>
              </a:lnSpc>
              <a:spcBef>
                <a:spcPts val="0"/>
              </a:spcBef>
              <a:spcAft>
                <a:spcPts val="0"/>
              </a:spcAft>
              <a:buSzPts val="1200"/>
              <a:buFont typeface="Noto Sans KR"/>
              <a:buChar char="●"/>
            </a:pPr>
            <a:r>
              <a:rPr lang="ko" sz="1200">
                <a:latin typeface="Noto Sans KR"/>
                <a:ea typeface="Noto Sans KR"/>
                <a:cs typeface="Noto Sans KR"/>
                <a:sym typeface="Noto Sans KR"/>
              </a:rPr>
              <a:t>편지 송수신</a:t>
            </a:r>
            <a:endParaRPr sz="1200">
              <a:latin typeface="Noto Sans KR"/>
              <a:ea typeface="Noto Sans KR"/>
              <a:cs typeface="Noto Sans KR"/>
              <a:sym typeface="Noto Sans KR"/>
            </a:endParaRPr>
          </a:p>
          <a:p>
            <a:pPr indent="-304800" lvl="0" marL="457200" rtl="0" algn="l">
              <a:lnSpc>
                <a:spcPct val="115000"/>
              </a:lnSpc>
              <a:spcBef>
                <a:spcPts val="0"/>
              </a:spcBef>
              <a:spcAft>
                <a:spcPts val="0"/>
              </a:spcAft>
              <a:buSzPts val="1200"/>
              <a:buFont typeface="Noto Sans KR"/>
              <a:buChar char="●"/>
            </a:pPr>
            <a:r>
              <a:rPr lang="ko" sz="1200">
                <a:latin typeface="Noto Sans KR"/>
                <a:ea typeface="Noto Sans KR"/>
                <a:cs typeface="Noto Sans KR"/>
                <a:sym typeface="Noto Sans KR"/>
              </a:rPr>
              <a:t>편지 목록</a:t>
            </a:r>
            <a:endParaRPr sz="1200">
              <a:latin typeface="Noto Sans KR"/>
              <a:ea typeface="Noto Sans KR"/>
              <a:cs typeface="Noto Sans KR"/>
              <a:sym typeface="Noto Sans KR"/>
            </a:endParaRPr>
          </a:p>
        </p:txBody>
      </p:sp>
      <p:sp>
        <p:nvSpPr>
          <p:cNvPr id="517" name="Google Shape;517;p38"/>
          <p:cNvSpPr/>
          <p:nvPr/>
        </p:nvSpPr>
        <p:spPr>
          <a:xfrm>
            <a:off x="3561600" y="2993150"/>
            <a:ext cx="19782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게시판</a:t>
            </a:r>
            <a:endParaRPr b="1" sz="1700">
              <a:solidFill>
                <a:srgbClr val="FFFFFF"/>
              </a:solidFill>
              <a:latin typeface="Noto Sans KR"/>
              <a:ea typeface="Noto Sans KR"/>
              <a:cs typeface="Noto Sans KR"/>
              <a:sym typeface="Noto Sans KR"/>
            </a:endParaRPr>
          </a:p>
        </p:txBody>
      </p:sp>
      <p:sp>
        <p:nvSpPr>
          <p:cNvPr id="518" name="Google Shape;518;p38"/>
          <p:cNvSpPr txBox="1"/>
          <p:nvPr/>
        </p:nvSpPr>
        <p:spPr>
          <a:xfrm>
            <a:off x="3561600" y="3426047"/>
            <a:ext cx="1978200" cy="1455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Noto Sans KR"/>
              <a:buChar char="●"/>
            </a:pPr>
            <a:r>
              <a:rPr lang="ko" sz="1200">
                <a:latin typeface="Noto Sans KR"/>
                <a:ea typeface="Noto Sans KR"/>
                <a:cs typeface="Noto Sans KR"/>
                <a:sym typeface="Noto Sans KR"/>
              </a:rPr>
              <a:t>게시글 등록</a:t>
            </a:r>
            <a:endParaRPr sz="1200">
              <a:latin typeface="Noto Sans KR"/>
              <a:ea typeface="Noto Sans KR"/>
              <a:cs typeface="Noto Sans KR"/>
              <a:sym typeface="Noto Sans KR"/>
            </a:endParaRPr>
          </a:p>
          <a:p>
            <a:pPr indent="-304800" lvl="0" marL="457200" rtl="0" algn="l">
              <a:spcBef>
                <a:spcPts val="0"/>
              </a:spcBef>
              <a:spcAft>
                <a:spcPts val="0"/>
              </a:spcAft>
              <a:buSzPts val="1200"/>
              <a:buFont typeface="Noto Sans KR"/>
              <a:buChar char="●"/>
            </a:pPr>
            <a:r>
              <a:rPr lang="ko" sz="1200">
                <a:latin typeface="Noto Sans KR"/>
                <a:ea typeface="Noto Sans KR"/>
                <a:cs typeface="Noto Sans KR"/>
                <a:sym typeface="Noto Sans KR"/>
              </a:rPr>
              <a:t>모든 사원에게 전체 공유</a:t>
            </a:r>
            <a:endParaRPr sz="1200">
              <a:latin typeface="Noto Sans KR"/>
              <a:ea typeface="Noto Sans KR"/>
              <a:cs typeface="Noto Sans KR"/>
              <a:sym typeface="Noto Sans KR"/>
            </a:endParaRPr>
          </a:p>
          <a:p>
            <a:pPr indent="-304800" lvl="0" marL="457200" rtl="0" algn="l">
              <a:spcBef>
                <a:spcPts val="0"/>
              </a:spcBef>
              <a:spcAft>
                <a:spcPts val="0"/>
              </a:spcAft>
              <a:buSzPts val="1200"/>
              <a:buFont typeface="Noto Sans KR"/>
              <a:buChar char="●"/>
            </a:pPr>
            <a:r>
              <a:rPr lang="ko" sz="1200">
                <a:latin typeface="Noto Sans KR"/>
                <a:ea typeface="Noto Sans KR"/>
                <a:cs typeface="Noto Sans KR"/>
                <a:sym typeface="Noto Sans KR"/>
              </a:rPr>
              <a:t>결재상신</a:t>
            </a:r>
            <a:endParaRPr sz="1200">
              <a:latin typeface="Noto Sans KR"/>
              <a:ea typeface="Noto Sans KR"/>
              <a:cs typeface="Noto Sans KR"/>
              <a:sym typeface="Noto Sans KR"/>
            </a:endParaRPr>
          </a:p>
        </p:txBody>
      </p:sp>
      <p:sp>
        <p:nvSpPr>
          <p:cNvPr id="519" name="Google Shape;519;p38"/>
          <p:cNvSpPr/>
          <p:nvPr/>
        </p:nvSpPr>
        <p:spPr>
          <a:xfrm>
            <a:off x="5774252" y="2993169"/>
            <a:ext cx="19782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관리자모드</a:t>
            </a:r>
            <a:endParaRPr b="1" sz="1700">
              <a:solidFill>
                <a:srgbClr val="FFFFFF"/>
              </a:solidFill>
              <a:latin typeface="Noto Sans KR"/>
              <a:ea typeface="Noto Sans KR"/>
              <a:cs typeface="Noto Sans KR"/>
              <a:sym typeface="Noto Sans KR"/>
            </a:endParaRPr>
          </a:p>
        </p:txBody>
      </p:sp>
      <p:sp>
        <p:nvSpPr>
          <p:cNvPr id="520" name="Google Shape;520;p38"/>
          <p:cNvSpPr txBox="1"/>
          <p:nvPr/>
        </p:nvSpPr>
        <p:spPr>
          <a:xfrm>
            <a:off x="5774252" y="3426065"/>
            <a:ext cx="1978200" cy="1455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Noto Sans KR"/>
              <a:buChar char="●"/>
            </a:pPr>
            <a:r>
              <a:rPr lang="ko" sz="1200">
                <a:latin typeface="Noto Sans KR"/>
                <a:ea typeface="Noto Sans KR"/>
                <a:cs typeface="Noto Sans KR"/>
                <a:sym typeface="Noto Sans KR"/>
              </a:rPr>
              <a:t>부서별 권한에</a:t>
            </a:r>
            <a:endParaRPr sz="1200">
              <a:latin typeface="Noto Sans KR"/>
              <a:ea typeface="Noto Sans KR"/>
              <a:cs typeface="Noto Sans KR"/>
              <a:sym typeface="Noto Sans KR"/>
            </a:endParaRPr>
          </a:p>
          <a:p>
            <a:pPr indent="0" lvl="0" marL="457200" rtl="0" algn="l">
              <a:lnSpc>
                <a:spcPct val="115000"/>
              </a:lnSpc>
              <a:spcBef>
                <a:spcPts val="0"/>
              </a:spcBef>
              <a:spcAft>
                <a:spcPts val="0"/>
              </a:spcAft>
              <a:buNone/>
            </a:pPr>
            <a:r>
              <a:rPr lang="ko" sz="1200">
                <a:latin typeface="Noto Sans KR"/>
                <a:ea typeface="Noto Sans KR"/>
                <a:cs typeface="Noto Sans KR"/>
                <a:sym typeface="Noto Sans KR"/>
              </a:rPr>
              <a:t>관계 없이</a:t>
            </a:r>
            <a:endParaRPr sz="1200">
              <a:latin typeface="Noto Sans KR"/>
              <a:ea typeface="Noto Sans KR"/>
              <a:cs typeface="Noto Sans KR"/>
              <a:sym typeface="Noto Sans KR"/>
            </a:endParaRPr>
          </a:p>
          <a:p>
            <a:pPr indent="0" lvl="0" marL="457200" rtl="0" algn="l">
              <a:lnSpc>
                <a:spcPct val="115000"/>
              </a:lnSpc>
              <a:spcBef>
                <a:spcPts val="0"/>
              </a:spcBef>
              <a:spcAft>
                <a:spcPts val="0"/>
              </a:spcAft>
              <a:buNone/>
            </a:pPr>
            <a:r>
              <a:rPr lang="ko" sz="1200">
                <a:latin typeface="Noto Sans KR"/>
                <a:ea typeface="Noto Sans KR"/>
                <a:cs typeface="Noto Sans KR"/>
                <a:sym typeface="Noto Sans KR"/>
              </a:rPr>
              <a:t>모든 부서 기능 이용</a:t>
            </a:r>
            <a:endParaRPr sz="1200">
              <a:latin typeface="Noto Sans KR"/>
              <a:ea typeface="Noto Sans KR"/>
              <a:cs typeface="Noto Sans KR"/>
              <a:sym typeface="Noto Sans KR"/>
            </a:endParaRPr>
          </a:p>
        </p:txBody>
      </p:sp>
      <p:sp>
        <p:nvSpPr>
          <p:cNvPr id="521" name="Google Shape;521;p38"/>
          <p:cNvSpPr/>
          <p:nvPr/>
        </p:nvSpPr>
        <p:spPr>
          <a:xfrm>
            <a:off x="1354864" y="1272050"/>
            <a:ext cx="19782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로그인/아웃</a:t>
            </a:r>
            <a:endParaRPr b="1" sz="1700">
              <a:solidFill>
                <a:srgbClr val="FFFFFF"/>
              </a:solidFill>
              <a:latin typeface="Noto Sans KR"/>
              <a:ea typeface="Noto Sans KR"/>
              <a:cs typeface="Noto Sans KR"/>
              <a:sym typeface="Noto Sans KR"/>
            </a:endParaRPr>
          </a:p>
        </p:txBody>
      </p:sp>
      <p:sp>
        <p:nvSpPr>
          <p:cNvPr id="522" name="Google Shape;522;p38"/>
          <p:cNvSpPr txBox="1"/>
          <p:nvPr/>
        </p:nvSpPr>
        <p:spPr>
          <a:xfrm>
            <a:off x="1357077" y="1704938"/>
            <a:ext cx="1978200" cy="1455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SzPts val="1100"/>
              <a:buFont typeface="Noto Sans KR"/>
              <a:buChar char="●"/>
            </a:pPr>
            <a:r>
              <a:rPr lang="ko" sz="1100">
                <a:latin typeface="Noto Sans KR"/>
                <a:ea typeface="Noto Sans KR"/>
                <a:cs typeface="Noto Sans KR"/>
                <a:sym typeface="Noto Sans KR"/>
              </a:rPr>
              <a:t>ID, PW 입력</a:t>
            </a:r>
            <a:endParaRPr sz="1100">
              <a:latin typeface="Noto Sans KR"/>
              <a:ea typeface="Noto Sans KR"/>
              <a:cs typeface="Noto Sans KR"/>
              <a:sym typeface="Noto Sans KR"/>
            </a:endParaRPr>
          </a:p>
          <a:p>
            <a:pPr indent="-298450" lvl="0" marL="457200" rtl="0" algn="l">
              <a:lnSpc>
                <a:spcPct val="115000"/>
              </a:lnSpc>
              <a:spcBef>
                <a:spcPts val="0"/>
              </a:spcBef>
              <a:spcAft>
                <a:spcPts val="0"/>
              </a:spcAft>
              <a:buSzPts val="1100"/>
              <a:buFont typeface="Noto Sans KR"/>
              <a:buChar char="●"/>
            </a:pPr>
            <a:r>
              <a:rPr lang="ko" sz="1100">
                <a:latin typeface="Noto Sans KR"/>
                <a:ea typeface="Noto Sans KR"/>
                <a:cs typeface="Noto Sans KR"/>
                <a:sym typeface="Noto Sans KR"/>
              </a:rPr>
              <a:t>로그인 ↔️ 로그아웃</a:t>
            </a:r>
            <a:endParaRPr sz="1100">
              <a:latin typeface="Noto Sans KR"/>
              <a:ea typeface="Noto Sans KR"/>
              <a:cs typeface="Noto Sans KR"/>
              <a:sym typeface="Noto Sans KR"/>
            </a:endParaRPr>
          </a:p>
          <a:p>
            <a:pPr indent="0" lvl="0" marL="457200" rtl="0" algn="l">
              <a:lnSpc>
                <a:spcPct val="115000"/>
              </a:lnSpc>
              <a:spcBef>
                <a:spcPts val="0"/>
              </a:spcBef>
              <a:spcAft>
                <a:spcPts val="0"/>
              </a:spcAft>
              <a:buNone/>
            </a:pPr>
            <a:r>
              <a:rPr lang="ko" sz="1100">
                <a:latin typeface="Noto Sans KR"/>
                <a:ea typeface="Noto Sans KR"/>
                <a:cs typeface="Noto Sans KR"/>
                <a:sym typeface="Noto Sans KR"/>
              </a:rPr>
              <a:t>버튼 변경</a:t>
            </a:r>
            <a:endParaRPr sz="1100">
              <a:latin typeface="Noto Sans KR"/>
              <a:ea typeface="Noto Sans KR"/>
              <a:cs typeface="Noto Sans KR"/>
              <a:sym typeface="Noto Sans KR"/>
            </a:endParaRPr>
          </a:p>
          <a:p>
            <a:pPr indent="-298450" lvl="0" marL="457200" rtl="0" algn="l">
              <a:lnSpc>
                <a:spcPct val="115000"/>
              </a:lnSpc>
              <a:spcBef>
                <a:spcPts val="0"/>
              </a:spcBef>
              <a:spcAft>
                <a:spcPts val="0"/>
              </a:spcAft>
              <a:buSzPts val="1100"/>
              <a:buFont typeface="Noto Sans KR"/>
              <a:buChar char="●"/>
            </a:pPr>
            <a:r>
              <a:rPr lang="ko" sz="1100">
                <a:latin typeface="Noto Sans KR"/>
                <a:ea typeface="Noto Sans KR"/>
                <a:cs typeface="Noto Sans KR"/>
                <a:sym typeface="Noto Sans KR"/>
              </a:rPr>
              <a:t>3번 오류 시 경고 문구</a:t>
            </a:r>
            <a:endParaRPr sz="1100">
              <a:latin typeface="Noto Sans KR"/>
              <a:ea typeface="Noto Sans KR"/>
              <a:cs typeface="Noto Sans KR"/>
              <a:sym typeface="Noto Sans KR"/>
            </a:endParaRPr>
          </a:p>
        </p:txBody>
      </p:sp>
      <p:sp>
        <p:nvSpPr>
          <p:cNvPr id="523" name="Google Shape;523;p38"/>
          <p:cNvSpPr/>
          <p:nvPr/>
        </p:nvSpPr>
        <p:spPr>
          <a:xfrm>
            <a:off x="5763903" y="1272062"/>
            <a:ext cx="19782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캘린더</a:t>
            </a:r>
            <a:endParaRPr b="1" sz="1700">
              <a:solidFill>
                <a:srgbClr val="FFFFFF"/>
              </a:solidFill>
              <a:latin typeface="Noto Sans KR"/>
              <a:ea typeface="Noto Sans KR"/>
              <a:cs typeface="Noto Sans KR"/>
              <a:sym typeface="Noto Sans KR"/>
            </a:endParaRPr>
          </a:p>
        </p:txBody>
      </p:sp>
      <p:sp>
        <p:nvSpPr>
          <p:cNvPr id="524" name="Google Shape;524;p38"/>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pic>
        <p:nvPicPr>
          <p:cNvPr id="525" name="Google Shape;525;p38"/>
          <p:cNvPicPr preferRelativeResize="0"/>
          <p:nvPr/>
        </p:nvPicPr>
        <p:blipFill rotWithShape="1">
          <a:blip r:embed="rId4">
            <a:alphaModFix/>
          </a:blip>
          <a:srcRect b="0" l="0" r="0" t="0"/>
          <a:stretch/>
        </p:blipFill>
        <p:spPr>
          <a:xfrm>
            <a:off x="211680" y="238103"/>
            <a:ext cx="3332285" cy="1112210"/>
          </a:xfrm>
          <a:prstGeom prst="rect">
            <a:avLst/>
          </a:prstGeom>
          <a:noFill/>
          <a:ln>
            <a:noFill/>
          </a:ln>
        </p:spPr>
      </p:pic>
      <p:sp>
        <p:nvSpPr>
          <p:cNvPr id="526" name="Google Shape;526;p38"/>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527" name="Google Shape;527;p38"/>
          <p:cNvSpPr txBox="1"/>
          <p:nvPr/>
        </p:nvSpPr>
        <p:spPr>
          <a:xfrm>
            <a:off x="5766114" y="1704950"/>
            <a:ext cx="1978200" cy="1455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Noto Sans KR"/>
              <a:buChar char="●"/>
            </a:pPr>
            <a:r>
              <a:rPr lang="ko" sz="1200">
                <a:latin typeface="Noto Sans KR"/>
                <a:ea typeface="Noto Sans KR"/>
                <a:cs typeface="Noto Sans KR"/>
                <a:sym typeface="Noto Sans KR"/>
              </a:rPr>
              <a:t>구글 캘린더 연동</a:t>
            </a:r>
            <a:endParaRPr sz="1200">
              <a:latin typeface="Noto Sans KR"/>
              <a:ea typeface="Noto Sans KR"/>
              <a:cs typeface="Noto Sans KR"/>
              <a:sym typeface="Noto Sans KR"/>
            </a:endParaRPr>
          </a:p>
          <a:p>
            <a:pPr indent="-304800" lvl="0" marL="457200" rtl="0" algn="l">
              <a:lnSpc>
                <a:spcPct val="115000"/>
              </a:lnSpc>
              <a:spcBef>
                <a:spcPts val="0"/>
              </a:spcBef>
              <a:spcAft>
                <a:spcPts val="0"/>
              </a:spcAft>
              <a:buSzPts val="1200"/>
              <a:buFont typeface="Noto Sans KR"/>
              <a:buChar char="●"/>
            </a:pPr>
            <a:r>
              <a:rPr lang="ko" sz="1200">
                <a:latin typeface="Noto Sans KR"/>
                <a:ea typeface="Noto Sans KR"/>
                <a:cs typeface="Noto Sans KR"/>
                <a:sym typeface="Noto Sans KR"/>
              </a:rPr>
              <a:t>당일 업무 안내</a:t>
            </a:r>
            <a:endParaRPr sz="1200">
              <a:latin typeface="Noto Sans KR"/>
              <a:ea typeface="Noto Sans KR"/>
              <a:cs typeface="Noto Sans KR"/>
              <a:sym typeface="Noto Sans KR"/>
            </a:endParaRPr>
          </a:p>
          <a:p>
            <a:pPr indent="-304800" lvl="0" marL="457200" rtl="0" algn="l">
              <a:lnSpc>
                <a:spcPct val="115000"/>
              </a:lnSpc>
              <a:spcBef>
                <a:spcPts val="0"/>
              </a:spcBef>
              <a:spcAft>
                <a:spcPts val="0"/>
              </a:spcAft>
              <a:buSzPts val="1200"/>
              <a:buFont typeface="Noto Sans KR"/>
              <a:buChar char="●"/>
            </a:pPr>
            <a:r>
              <a:rPr lang="ko" sz="1200">
                <a:latin typeface="Noto Sans KR"/>
                <a:ea typeface="Noto Sans KR"/>
                <a:cs typeface="Noto Sans KR"/>
                <a:sym typeface="Noto Sans KR"/>
              </a:rPr>
              <a:t>업무 등록</a:t>
            </a:r>
            <a:endParaRPr sz="1200">
              <a:latin typeface="Noto Sans KR"/>
              <a:ea typeface="Noto Sans KR"/>
              <a:cs typeface="Noto Sans KR"/>
              <a:sym typeface="Noto Sans KR"/>
            </a:endParaRPr>
          </a:p>
          <a:p>
            <a:pPr indent="-304800" lvl="0" marL="457200" rtl="0" algn="l">
              <a:lnSpc>
                <a:spcPct val="115000"/>
              </a:lnSpc>
              <a:spcBef>
                <a:spcPts val="0"/>
              </a:spcBef>
              <a:spcAft>
                <a:spcPts val="0"/>
              </a:spcAft>
              <a:buSzPts val="1200"/>
              <a:buFont typeface="Noto Sans KR"/>
              <a:buChar char="●"/>
            </a:pPr>
            <a:r>
              <a:rPr lang="ko" sz="1200">
                <a:latin typeface="Noto Sans KR"/>
                <a:ea typeface="Noto Sans KR"/>
                <a:cs typeface="Noto Sans KR"/>
                <a:sym typeface="Noto Sans KR"/>
              </a:rPr>
              <a:t>날씨 정보</a:t>
            </a:r>
            <a:endParaRPr sz="1200">
              <a:latin typeface="Noto Sans KR"/>
              <a:ea typeface="Noto Sans KR"/>
              <a:cs typeface="Noto Sans KR"/>
              <a:sym typeface="Noto Sans K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531" name="Shape 531"/>
        <p:cNvGrpSpPr/>
        <p:nvPr/>
      </p:nvGrpSpPr>
      <p:grpSpPr>
        <a:xfrm>
          <a:off x="0" y="0"/>
          <a:ext cx="0" cy="0"/>
          <a:chOff x="0" y="0"/>
          <a:chExt cx="0" cy="0"/>
        </a:xfrm>
      </p:grpSpPr>
      <p:pic>
        <p:nvPicPr>
          <p:cNvPr id="532" name="Google Shape;532;p39"/>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533" name="Google Shape;533;p39"/>
          <p:cNvPicPr preferRelativeResize="0"/>
          <p:nvPr/>
        </p:nvPicPr>
        <p:blipFill rotWithShape="1">
          <a:blip r:embed="rId4">
            <a:alphaModFix/>
          </a:blip>
          <a:srcRect b="0" l="0" r="0" t="0"/>
          <a:stretch/>
        </p:blipFill>
        <p:spPr>
          <a:xfrm>
            <a:off x="211680" y="193974"/>
            <a:ext cx="4242394" cy="1254119"/>
          </a:xfrm>
          <a:prstGeom prst="rect">
            <a:avLst/>
          </a:prstGeom>
          <a:noFill/>
          <a:ln>
            <a:noFill/>
          </a:ln>
        </p:spPr>
      </p:pic>
      <p:grpSp>
        <p:nvGrpSpPr>
          <p:cNvPr id="534" name="Google Shape;534;p39"/>
          <p:cNvGrpSpPr/>
          <p:nvPr/>
        </p:nvGrpSpPr>
        <p:grpSpPr>
          <a:xfrm>
            <a:off x="211675" y="1272050"/>
            <a:ext cx="2833903" cy="1018212"/>
            <a:chOff x="-134725" y="1459285"/>
            <a:chExt cx="1653000" cy="807208"/>
          </a:xfrm>
        </p:grpSpPr>
        <p:sp>
          <p:nvSpPr>
            <p:cNvPr id="535" name="Google Shape;535;p39"/>
            <p:cNvSpPr/>
            <p:nvPr/>
          </p:nvSpPr>
          <p:spPr>
            <a:xfrm>
              <a:off x="-117211" y="1459285"/>
              <a:ext cx="1138800" cy="3432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1. 상품관리</a:t>
              </a:r>
              <a:endParaRPr b="1" sz="1700">
                <a:solidFill>
                  <a:srgbClr val="FFFFFF"/>
                </a:solidFill>
                <a:latin typeface="Noto Sans KR"/>
                <a:ea typeface="Noto Sans KR"/>
                <a:cs typeface="Noto Sans KR"/>
                <a:sym typeface="Noto Sans KR"/>
              </a:endParaRPr>
            </a:p>
          </p:txBody>
        </p:sp>
        <p:sp>
          <p:nvSpPr>
            <p:cNvPr id="536" name="Google Shape;536;p39"/>
            <p:cNvSpPr txBox="1"/>
            <p:nvPr/>
          </p:nvSpPr>
          <p:spPr>
            <a:xfrm>
              <a:off x="-134725" y="1923293"/>
              <a:ext cx="1653000" cy="3432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00000"/>
                </a:buClr>
                <a:buSzPts val="1500"/>
                <a:buFont typeface="Noto Sans KR"/>
                <a:buChar char="●"/>
              </a:pPr>
              <a:r>
                <a:rPr b="1" lang="ko" sz="1500">
                  <a:solidFill>
                    <a:srgbClr val="000000"/>
                  </a:solidFill>
                  <a:latin typeface="Noto Sans KR"/>
                  <a:ea typeface="Noto Sans KR"/>
                  <a:cs typeface="Noto Sans KR"/>
                  <a:sym typeface="Noto Sans KR"/>
                </a:rPr>
                <a:t>여러 데이터 선택</a:t>
              </a:r>
              <a:r>
                <a:rPr lang="ko" sz="1500">
                  <a:solidFill>
                    <a:srgbClr val="000000"/>
                  </a:solidFill>
                  <a:latin typeface="Noto Sans KR"/>
                  <a:ea typeface="Noto Sans KR"/>
                  <a:cs typeface="Noto Sans KR"/>
                  <a:sym typeface="Noto Sans KR"/>
                </a:rPr>
                <a:t>하여</a:t>
              </a:r>
              <a:endParaRPr sz="1500">
                <a:latin typeface="Noto Sans KR"/>
                <a:ea typeface="Noto Sans KR"/>
                <a:cs typeface="Noto Sans KR"/>
                <a:sym typeface="Noto Sans KR"/>
              </a:endParaRPr>
            </a:p>
            <a:p>
              <a:pPr indent="0" lvl="0" marL="457200" rtl="0" algn="l">
                <a:lnSpc>
                  <a:spcPct val="115000"/>
                </a:lnSpc>
                <a:spcBef>
                  <a:spcPts val="0"/>
                </a:spcBef>
                <a:spcAft>
                  <a:spcPts val="0"/>
                </a:spcAft>
                <a:buNone/>
              </a:pPr>
              <a:r>
                <a:rPr lang="ko" sz="1500">
                  <a:solidFill>
                    <a:srgbClr val="000000"/>
                  </a:solidFill>
                  <a:latin typeface="Noto Sans KR"/>
                  <a:ea typeface="Noto Sans KR"/>
                  <a:cs typeface="Noto Sans KR"/>
                  <a:sym typeface="Noto Sans KR"/>
                </a:rPr>
                <a:t>수정 및 삭제 가능</a:t>
              </a:r>
              <a:endParaRPr sz="1500">
                <a:solidFill>
                  <a:srgbClr val="000000"/>
                </a:solidFill>
                <a:latin typeface="Noto Sans KR"/>
                <a:ea typeface="Noto Sans KR"/>
                <a:cs typeface="Noto Sans KR"/>
                <a:sym typeface="Noto Sans KR"/>
              </a:endParaRPr>
            </a:p>
          </p:txBody>
        </p:sp>
      </p:grpSp>
      <p:pic>
        <p:nvPicPr>
          <p:cNvPr id="537" name="Google Shape;537;p39"/>
          <p:cNvPicPr preferRelativeResize="0"/>
          <p:nvPr/>
        </p:nvPicPr>
        <p:blipFill rotWithShape="1">
          <a:blip r:embed="rId5">
            <a:alphaModFix/>
          </a:blip>
          <a:srcRect b="0" l="0" r="3437" t="2657"/>
          <a:stretch/>
        </p:blipFill>
        <p:spPr>
          <a:xfrm>
            <a:off x="2729125" y="1771950"/>
            <a:ext cx="6414876" cy="2910775"/>
          </a:xfrm>
          <a:prstGeom prst="rect">
            <a:avLst/>
          </a:prstGeom>
          <a:noFill/>
          <a:ln>
            <a:noFill/>
          </a:ln>
        </p:spPr>
      </p:pic>
      <p:sp>
        <p:nvSpPr>
          <p:cNvPr id="538" name="Google Shape;538;p39"/>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539" name="Google Shape;539;p39"/>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540" name="Google Shape;540;p39"/>
          <p:cNvSpPr/>
          <p:nvPr/>
        </p:nvSpPr>
        <p:spPr>
          <a:xfrm>
            <a:off x="2773445" y="2290241"/>
            <a:ext cx="232500" cy="1021500"/>
          </a:xfrm>
          <a:prstGeom prst="rect">
            <a:avLst/>
          </a:prstGeom>
          <a:solidFill>
            <a:srgbClr val="000000">
              <a:alpha val="0"/>
            </a:srgbClr>
          </a:solidFill>
          <a:ln cap="flat" cmpd="sng" w="28575">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544" name="Shape 544"/>
        <p:cNvGrpSpPr/>
        <p:nvPr/>
      </p:nvGrpSpPr>
      <p:grpSpPr>
        <a:xfrm>
          <a:off x="0" y="0"/>
          <a:ext cx="0" cy="0"/>
          <a:chOff x="0" y="0"/>
          <a:chExt cx="0" cy="0"/>
        </a:xfrm>
      </p:grpSpPr>
      <p:pic>
        <p:nvPicPr>
          <p:cNvPr id="545" name="Google Shape;545;p40"/>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546" name="Google Shape;546;p40"/>
          <p:cNvPicPr preferRelativeResize="0"/>
          <p:nvPr/>
        </p:nvPicPr>
        <p:blipFill rotWithShape="1">
          <a:blip r:embed="rId4">
            <a:alphaModFix/>
          </a:blip>
          <a:srcRect b="0" l="0" r="0" t="0"/>
          <a:stretch/>
        </p:blipFill>
        <p:spPr>
          <a:xfrm>
            <a:off x="211680" y="193974"/>
            <a:ext cx="4242394" cy="1254119"/>
          </a:xfrm>
          <a:prstGeom prst="rect">
            <a:avLst/>
          </a:prstGeom>
          <a:noFill/>
          <a:ln>
            <a:noFill/>
          </a:ln>
        </p:spPr>
      </p:pic>
      <p:pic>
        <p:nvPicPr>
          <p:cNvPr id="547" name="Google Shape;547;p40"/>
          <p:cNvPicPr preferRelativeResize="0"/>
          <p:nvPr/>
        </p:nvPicPr>
        <p:blipFill rotWithShape="1">
          <a:blip r:embed="rId5">
            <a:alphaModFix/>
          </a:blip>
          <a:srcRect b="0" l="0" r="0" t="2543"/>
          <a:stretch/>
        </p:blipFill>
        <p:spPr>
          <a:xfrm>
            <a:off x="211675" y="2428325"/>
            <a:ext cx="8839201" cy="2168225"/>
          </a:xfrm>
          <a:prstGeom prst="rect">
            <a:avLst/>
          </a:prstGeom>
          <a:noFill/>
          <a:ln>
            <a:noFill/>
          </a:ln>
        </p:spPr>
      </p:pic>
      <p:sp>
        <p:nvSpPr>
          <p:cNvPr id="548" name="Google Shape;548;p40"/>
          <p:cNvSpPr/>
          <p:nvPr/>
        </p:nvSpPr>
        <p:spPr>
          <a:xfrm>
            <a:off x="241702" y="1272050"/>
            <a:ext cx="1952359" cy="432912"/>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2. 창고관리</a:t>
            </a:r>
            <a:endParaRPr b="1" sz="1700">
              <a:solidFill>
                <a:srgbClr val="FFFFFF"/>
              </a:solidFill>
              <a:latin typeface="Noto Sans KR"/>
              <a:ea typeface="Noto Sans KR"/>
              <a:cs typeface="Noto Sans KR"/>
              <a:sym typeface="Noto Sans KR"/>
            </a:endParaRPr>
          </a:p>
        </p:txBody>
      </p:sp>
      <p:sp>
        <p:nvSpPr>
          <p:cNvPr id="549" name="Google Shape;549;p40"/>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550" name="Google Shape;550;p40"/>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551" name="Google Shape;551;p40"/>
          <p:cNvSpPr/>
          <p:nvPr/>
        </p:nvSpPr>
        <p:spPr>
          <a:xfrm>
            <a:off x="278300" y="2385275"/>
            <a:ext cx="1382700" cy="348900"/>
          </a:xfrm>
          <a:prstGeom prst="rect">
            <a:avLst/>
          </a:prstGeom>
          <a:noFill/>
          <a:ln cap="flat" cmpd="sng" w="28575">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52" name="Google Shape;552;p40"/>
          <p:cNvGrpSpPr/>
          <p:nvPr/>
        </p:nvGrpSpPr>
        <p:grpSpPr>
          <a:xfrm>
            <a:off x="211675" y="1272050"/>
            <a:ext cx="2833903" cy="1018212"/>
            <a:chOff x="-134725" y="1459285"/>
            <a:chExt cx="1653000" cy="807208"/>
          </a:xfrm>
        </p:grpSpPr>
        <p:sp>
          <p:nvSpPr>
            <p:cNvPr id="553" name="Google Shape;553;p40"/>
            <p:cNvSpPr/>
            <p:nvPr/>
          </p:nvSpPr>
          <p:spPr>
            <a:xfrm>
              <a:off x="-117211" y="1459285"/>
              <a:ext cx="1138800" cy="3432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2</a:t>
              </a:r>
              <a:r>
                <a:rPr b="1" lang="ko" sz="1700">
                  <a:solidFill>
                    <a:srgbClr val="FFFFFF"/>
                  </a:solidFill>
                  <a:latin typeface="Noto Sans KR"/>
                  <a:ea typeface="Noto Sans KR"/>
                  <a:cs typeface="Noto Sans KR"/>
                  <a:sym typeface="Noto Sans KR"/>
                </a:rPr>
                <a:t>. 창고관리</a:t>
              </a:r>
              <a:endParaRPr b="1" sz="1700">
                <a:solidFill>
                  <a:srgbClr val="FFFFFF"/>
                </a:solidFill>
                <a:latin typeface="Noto Sans KR"/>
                <a:ea typeface="Noto Sans KR"/>
                <a:cs typeface="Noto Sans KR"/>
                <a:sym typeface="Noto Sans KR"/>
              </a:endParaRPr>
            </a:p>
          </p:txBody>
        </p:sp>
        <p:sp>
          <p:nvSpPr>
            <p:cNvPr id="554" name="Google Shape;554;p40"/>
            <p:cNvSpPr txBox="1"/>
            <p:nvPr/>
          </p:nvSpPr>
          <p:spPr>
            <a:xfrm>
              <a:off x="-134725" y="1923293"/>
              <a:ext cx="1653000" cy="3432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Noto Sans KR"/>
                <a:buChar char="●"/>
              </a:pPr>
              <a:r>
                <a:rPr b="1" lang="ko" sz="1500">
                  <a:solidFill>
                    <a:schemeClr val="dk1"/>
                  </a:solidFill>
                  <a:latin typeface="Noto Sans KR"/>
                  <a:ea typeface="Noto Sans KR"/>
                  <a:cs typeface="Noto Sans KR"/>
                  <a:sym typeface="Noto Sans KR"/>
                </a:rPr>
                <a:t>입고/출고 따로 보기</a:t>
              </a:r>
              <a:r>
                <a:rPr lang="ko" sz="1500">
                  <a:solidFill>
                    <a:schemeClr val="dk1"/>
                  </a:solidFill>
                  <a:latin typeface="Noto Sans KR"/>
                  <a:ea typeface="Noto Sans KR"/>
                  <a:cs typeface="Noto Sans KR"/>
                  <a:sym typeface="Noto Sans KR"/>
                </a:rPr>
                <a:t> 가능</a:t>
              </a:r>
              <a:endParaRPr b="1" sz="1500">
                <a:latin typeface="Noto Sans KR"/>
                <a:ea typeface="Noto Sans KR"/>
                <a:cs typeface="Noto Sans KR"/>
                <a:sym typeface="Noto Sans K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558" name="Shape 558"/>
        <p:cNvGrpSpPr/>
        <p:nvPr/>
      </p:nvGrpSpPr>
      <p:grpSpPr>
        <a:xfrm>
          <a:off x="0" y="0"/>
          <a:ext cx="0" cy="0"/>
          <a:chOff x="0" y="0"/>
          <a:chExt cx="0" cy="0"/>
        </a:xfrm>
      </p:grpSpPr>
      <p:pic>
        <p:nvPicPr>
          <p:cNvPr id="559" name="Google Shape;559;p41"/>
          <p:cNvPicPr preferRelativeResize="0"/>
          <p:nvPr/>
        </p:nvPicPr>
        <p:blipFill rotWithShape="1">
          <a:blip r:embed="rId3">
            <a:alphaModFix/>
          </a:blip>
          <a:srcRect b="6529" l="4437" r="3507" t="11030"/>
          <a:stretch/>
        </p:blipFill>
        <p:spPr>
          <a:xfrm>
            <a:off x="2965225" y="1728067"/>
            <a:ext cx="5873976" cy="3415434"/>
          </a:xfrm>
          <a:prstGeom prst="rect">
            <a:avLst/>
          </a:prstGeom>
          <a:noFill/>
          <a:ln>
            <a:noFill/>
          </a:ln>
        </p:spPr>
      </p:pic>
      <p:pic>
        <p:nvPicPr>
          <p:cNvPr id="560" name="Google Shape;560;p41"/>
          <p:cNvPicPr preferRelativeResize="0"/>
          <p:nvPr/>
        </p:nvPicPr>
        <p:blipFill rotWithShape="1">
          <a:blip r:embed="rId4">
            <a:alphaModFix/>
          </a:blip>
          <a:srcRect b="0" l="0" r="0" t="0"/>
          <a:stretch/>
        </p:blipFill>
        <p:spPr>
          <a:xfrm>
            <a:off x="4443239" y="0"/>
            <a:ext cx="256379" cy="128256"/>
          </a:xfrm>
          <a:prstGeom prst="rect">
            <a:avLst/>
          </a:prstGeom>
          <a:noFill/>
          <a:ln>
            <a:noFill/>
          </a:ln>
        </p:spPr>
      </p:pic>
      <p:pic>
        <p:nvPicPr>
          <p:cNvPr id="561" name="Google Shape;561;p41"/>
          <p:cNvPicPr preferRelativeResize="0"/>
          <p:nvPr/>
        </p:nvPicPr>
        <p:blipFill rotWithShape="1">
          <a:blip r:embed="rId5">
            <a:alphaModFix/>
          </a:blip>
          <a:srcRect b="0" l="0" r="0" t="0"/>
          <a:stretch/>
        </p:blipFill>
        <p:spPr>
          <a:xfrm>
            <a:off x="211680" y="193974"/>
            <a:ext cx="4242394" cy="1254119"/>
          </a:xfrm>
          <a:prstGeom prst="rect">
            <a:avLst/>
          </a:prstGeom>
          <a:noFill/>
          <a:ln>
            <a:noFill/>
          </a:ln>
        </p:spPr>
      </p:pic>
      <p:sp>
        <p:nvSpPr>
          <p:cNvPr id="562" name="Google Shape;562;p41"/>
          <p:cNvSpPr/>
          <p:nvPr/>
        </p:nvSpPr>
        <p:spPr>
          <a:xfrm>
            <a:off x="241702" y="1272050"/>
            <a:ext cx="19521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3. 거래처 조회</a:t>
            </a:r>
            <a:endParaRPr b="1" sz="1700">
              <a:solidFill>
                <a:srgbClr val="FFFFFF"/>
              </a:solidFill>
              <a:latin typeface="Noto Sans KR"/>
              <a:ea typeface="Noto Sans KR"/>
              <a:cs typeface="Noto Sans KR"/>
              <a:sym typeface="Noto Sans KR"/>
            </a:endParaRPr>
          </a:p>
        </p:txBody>
      </p:sp>
      <p:sp>
        <p:nvSpPr>
          <p:cNvPr id="563" name="Google Shape;563;p41"/>
          <p:cNvSpPr txBox="1"/>
          <p:nvPr/>
        </p:nvSpPr>
        <p:spPr>
          <a:xfrm>
            <a:off x="211675" y="1889450"/>
            <a:ext cx="3028200" cy="1107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000000"/>
              </a:buClr>
              <a:buSzPts val="1500"/>
              <a:buFont typeface="Noto Sans KR"/>
              <a:buChar char="●"/>
            </a:pPr>
            <a:r>
              <a:rPr b="1" lang="ko" sz="1500">
                <a:solidFill>
                  <a:srgbClr val="000000"/>
                </a:solidFill>
                <a:latin typeface="Noto Sans KR"/>
                <a:ea typeface="Noto Sans KR"/>
                <a:cs typeface="Noto Sans KR"/>
                <a:sym typeface="Noto Sans KR"/>
              </a:rPr>
              <a:t>모달창</a:t>
            </a:r>
            <a:r>
              <a:rPr lang="ko" sz="1500">
                <a:solidFill>
                  <a:srgbClr val="000000"/>
                </a:solidFill>
                <a:latin typeface="Noto Sans KR"/>
                <a:ea typeface="Noto Sans KR"/>
                <a:cs typeface="Noto Sans KR"/>
                <a:sym typeface="Noto Sans KR"/>
              </a:rPr>
              <a:t>에서 수정 가능</a:t>
            </a:r>
            <a:endParaRPr sz="1500">
              <a:latin typeface="Noto Sans KR"/>
              <a:ea typeface="Noto Sans KR"/>
              <a:cs typeface="Noto Sans KR"/>
              <a:sym typeface="Noto Sans KR"/>
            </a:endParaRPr>
          </a:p>
          <a:p>
            <a:pPr indent="-323850" lvl="0" marL="457200" rtl="0" algn="l">
              <a:spcBef>
                <a:spcPts val="0"/>
              </a:spcBef>
              <a:spcAft>
                <a:spcPts val="0"/>
              </a:spcAft>
              <a:buClr>
                <a:srgbClr val="000000"/>
              </a:buClr>
              <a:buSzPts val="1500"/>
              <a:buFont typeface="Noto Sans KR"/>
              <a:buChar char="●"/>
            </a:pPr>
            <a:r>
              <a:rPr b="1" lang="ko" sz="1500">
                <a:solidFill>
                  <a:srgbClr val="000000"/>
                </a:solidFill>
                <a:latin typeface="Noto Sans KR"/>
                <a:ea typeface="Noto Sans KR"/>
                <a:cs typeface="Noto Sans KR"/>
                <a:sym typeface="Noto Sans KR"/>
              </a:rPr>
              <a:t>Excel export</a:t>
            </a:r>
            <a:endParaRPr sz="1500">
              <a:solidFill>
                <a:srgbClr val="000000"/>
              </a:solidFill>
              <a:latin typeface="Noto Sans KR"/>
              <a:ea typeface="Noto Sans KR"/>
              <a:cs typeface="Noto Sans KR"/>
              <a:sym typeface="Noto Sans KR"/>
            </a:endParaRPr>
          </a:p>
        </p:txBody>
      </p:sp>
      <p:sp>
        <p:nvSpPr>
          <p:cNvPr id="564" name="Google Shape;564;p41"/>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565" name="Google Shape;565;p41"/>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grpSp>
        <p:nvGrpSpPr>
          <p:cNvPr id="566" name="Google Shape;566;p41"/>
          <p:cNvGrpSpPr/>
          <p:nvPr/>
        </p:nvGrpSpPr>
        <p:grpSpPr>
          <a:xfrm>
            <a:off x="5361225" y="3113254"/>
            <a:ext cx="2410249" cy="1917300"/>
            <a:chOff x="5666025" y="2926836"/>
            <a:chExt cx="2410249" cy="1917300"/>
          </a:xfrm>
        </p:grpSpPr>
        <p:pic>
          <p:nvPicPr>
            <p:cNvPr id="567" name="Google Shape;567;p41"/>
            <p:cNvPicPr preferRelativeResize="0"/>
            <p:nvPr/>
          </p:nvPicPr>
          <p:blipFill rotWithShape="1">
            <a:blip r:embed="rId6">
              <a:alphaModFix/>
            </a:blip>
            <a:srcRect b="46790" l="22574" r="32863" t="2061"/>
            <a:stretch/>
          </p:blipFill>
          <p:spPr>
            <a:xfrm>
              <a:off x="5666025" y="2931650"/>
              <a:ext cx="2410249" cy="1904626"/>
            </a:xfrm>
            <a:prstGeom prst="rect">
              <a:avLst/>
            </a:prstGeom>
            <a:noFill/>
            <a:ln>
              <a:noFill/>
            </a:ln>
          </p:spPr>
        </p:pic>
        <p:sp>
          <p:nvSpPr>
            <p:cNvPr id="568" name="Google Shape;568;p41"/>
            <p:cNvSpPr/>
            <p:nvPr/>
          </p:nvSpPr>
          <p:spPr>
            <a:xfrm>
              <a:off x="5666153" y="2926836"/>
              <a:ext cx="2407500" cy="1917300"/>
            </a:xfrm>
            <a:prstGeom prst="roundRect">
              <a:avLst>
                <a:gd fmla="val 2103" name="adj"/>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69" name="Google Shape;569;p41"/>
          <p:cNvSpPr/>
          <p:nvPr/>
        </p:nvSpPr>
        <p:spPr>
          <a:xfrm>
            <a:off x="4210825" y="4837375"/>
            <a:ext cx="675900" cy="263400"/>
          </a:xfrm>
          <a:prstGeom prst="roundRect">
            <a:avLst>
              <a:gd fmla="val 16667" name="adj"/>
            </a:avLst>
          </a:prstGeom>
          <a:noFill/>
          <a:ln cap="flat" cmpd="sng" w="28575">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41"/>
          <p:cNvSpPr/>
          <p:nvPr/>
        </p:nvSpPr>
        <p:spPr>
          <a:xfrm flipH="1" rot="5400000">
            <a:off x="7064825" y="3844868"/>
            <a:ext cx="1861200" cy="447900"/>
          </a:xfrm>
          <a:prstGeom prst="trapezoid">
            <a:avLst>
              <a:gd fmla="val 209745" name="adj"/>
            </a:avLst>
          </a:prstGeom>
          <a:solidFill>
            <a:srgbClr val="3F3F3F">
              <a:alpha val="67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574" name="Shape 574"/>
        <p:cNvGrpSpPr/>
        <p:nvPr/>
      </p:nvGrpSpPr>
      <p:grpSpPr>
        <a:xfrm>
          <a:off x="0" y="0"/>
          <a:ext cx="0" cy="0"/>
          <a:chOff x="0" y="0"/>
          <a:chExt cx="0" cy="0"/>
        </a:xfrm>
      </p:grpSpPr>
      <p:pic>
        <p:nvPicPr>
          <p:cNvPr id="575" name="Google Shape;575;p42"/>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576" name="Google Shape;576;p42"/>
          <p:cNvPicPr preferRelativeResize="0"/>
          <p:nvPr/>
        </p:nvPicPr>
        <p:blipFill rotWithShape="1">
          <a:blip r:embed="rId4">
            <a:alphaModFix/>
          </a:blip>
          <a:srcRect b="0" l="0" r="0" t="0"/>
          <a:stretch/>
        </p:blipFill>
        <p:spPr>
          <a:xfrm>
            <a:off x="211680" y="193974"/>
            <a:ext cx="4242394" cy="1254119"/>
          </a:xfrm>
          <a:prstGeom prst="rect">
            <a:avLst/>
          </a:prstGeom>
          <a:noFill/>
          <a:ln>
            <a:noFill/>
          </a:ln>
        </p:spPr>
      </p:pic>
      <p:grpSp>
        <p:nvGrpSpPr>
          <p:cNvPr id="577" name="Google Shape;577;p42"/>
          <p:cNvGrpSpPr/>
          <p:nvPr/>
        </p:nvGrpSpPr>
        <p:grpSpPr>
          <a:xfrm>
            <a:off x="241693" y="1272050"/>
            <a:ext cx="6553465" cy="1880950"/>
            <a:chOff x="-117215" y="1459285"/>
            <a:chExt cx="3822600" cy="1491161"/>
          </a:xfrm>
        </p:grpSpPr>
        <p:sp>
          <p:nvSpPr>
            <p:cNvPr id="578" name="Google Shape;578;p42"/>
            <p:cNvSpPr/>
            <p:nvPr/>
          </p:nvSpPr>
          <p:spPr>
            <a:xfrm>
              <a:off x="-117210" y="1459285"/>
              <a:ext cx="1140300" cy="3432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4. 구매현황</a:t>
              </a:r>
              <a:endParaRPr b="1" sz="1700">
                <a:solidFill>
                  <a:srgbClr val="FFFFFF"/>
                </a:solidFill>
                <a:latin typeface="Noto Sans KR"/>
                <a:ea typeface="Noto Sans KR"/>
                <a:cs typeface="Noto Sans KR"/>
                <a:sym typeface="Noto Sans KR"/>
              </a:endParaRPr>
            </a:p>
          </p:txBody>
        </p:sp>
        <p:sp>
          <p:nvSpPr>
            <p:cNvPr id="579" name="Google Shape;579;p42"/>
            <p:cNvSpPr txBox="1"/>
            <p:nvPr/>
          </p:nvSpPr>
          <p:spPr>
            <a:xfrm>
              <a:off x="-117215" y="1796945"/>
              <a:ext cx="3822600" cy="11535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00000"/>
                </a:buClr>
                <a:buSzPts val="1500"/>
                <a:buFont typeface="Noto Sans KR"/>
                <a:buChar char="●"/>
              </a:pPr>
              <a:r>
                <a:rPr b="1" lang="ko" sz="1500">
                  <a:latin typeface="Noto Sans KR"/>
                  <a:ea typeface="Noto Sans KR"/>
                  <a:cs typeface="Noto Sans KR"/>
                  <a:sym typeface="Noto Sans KR"/>
                </a:rPr>
                <a:t>구매현황 Page</a:t>
              </a:r>
              <a:r>
                <a:rPr lang="ko" sz="1500">
                  <a:latin typeface="Noto Sans KR"/>
                  <a:ea typeface="Noto Sans KR"/>
                  <a:cs typeface="Noto Sans KR"/>
                  <a:sym typeface="Noto Sans KR"/>
                </a:rPr>
                <a:t> : </a:t>
              </a:r>
              <a:r>
                <a:rPr lang="ko" sz="1500">
                  <a:solidFill>
                    <a:srgbClr val="000000"/>
                  </a:solidFill>
                  <a:latin typeface="Noto Sans KR"/>
                  <a:ea typeface="Noto Sans KR"/>
                  <a:cs typeface="Noto Sans KR"/>
                  <a:sym typeface="Noto Sans KR"/>
                </a:rPr>
                <a:t>구매</a:t>
              </a:r>
              <a:r>
                <a:rPr lang="ko" sz="1500">
                  <a:latin typeface="Noto Sans KR"/>
                  <a:ea typeface="Noto Sans KR"/>
                  <a:cs typeface="Noto Sans KR"/>
                  <a:sym typeface="Noto Sans KR"/>
                </a:rPr>
                <a:t> 요청사항 실시간 조회</a:t>
              </a:r>
              <a:endParaRPr sz="1500">
                <a:latin typeface="Noto Sans KR"/>
                <a:ea typeface="Noto Sans KR"/>
                <a:cs typeface="Noto Sans KR"/>
                <a:sym typeface="Noto Sans KR"/>
              </a:endParaRPr>
            </a:p>
            <a:p>
              <a:pPr indent="0" lvl="0" marL="0" rtl="0" algn="l">
                <a:lnSpc>
                  <a:spcPct val="115000"/>
                </a:lnSpc>
                <a:spcBef>
                  <a:spcPts val="0"/>
                </a:spcBef>
                <a:spcAft>
                  <a:spcPts val="0"/>
                </a:spcAft>
                <a:buNone/>
              </a:pPr>
              <a:r>
                <a:t/>
              </a:r>
              <a:endParaRPr sz="1500">
                <a:latin typeface="Noto Sans KR"/>
                <a:ea typeface="Noto Sans KR"/>
                <a:cs typeface="Noto Sans KR"/>
                <a:sym typeface="Noto Sans KR"/>
              </a:endParaRPr>
            </a:p>
            <a:p>
              <a:pPr indent="0" lvl="0" marL="0" rtl="0" algn="l">
                <a:lnSpc>
                  <a:spcPct val="115000"/>
                </a:lnSpc>
                <a:spcBef>
                  <a:spcPts val="0"/>
                </a:spcBef>
                <a:spcAft>
                  <a:spcPts val="0"/>
                </a:spcAft>
                <a:buNone/>
              </a:pPr>
              <a:r>
                <a:t/>
              </a:r>
              <a:endParaRPr sz="1500">
                <a:latin typeface="Noto Sans KR"/>
                <a:ea typeface="Noto Sans KR"/>
                <a:cs typeface="Noto Sans KR"/>
                <a:sym typeface="Noto Sans KR"/>
              </a:endParaRPr>
            </a:p>
            <a:p>
              <a:pPr indent="0" lvl="0" marL="0" rtl="0" algn="l">
                <a:lnSpc>
                  <a:spcPct val="115000"/>
                </a:lnSpc>
                <a:spcBef>
                  <a:spcPts val="0"/>
                </a:spcBef>
                <a:spcAft>
                  <a:spcPts val="0"/>
                </a:spcAft>
                <a:buNone/>
              </a:pPr>
              <a:r>
                <a:t/>
              </a:r>
              <a:endParaRPr sz="1500">
                <a:latin typeface="Noto Sans KR"/>
                <a:ea typeface="Noto Sans KR"/>
                <a:cs typeface="Noto Sans KR"/>
                <a:sym typeface="Noto Sans KR"/>
              </a:endParaRPr>
            </a:p>
            <a:p>
              <a:pPr indent="0" lvl="0" marL="0" rtl="0" algn="l">
                <a:lnSpc>
                  <a:spcPct val="115000"/>
                </a:lnSpc>
                <a:spcBef>
                  <a:spcPts val="0"/>
                </a:spcBef>
                <a:spcAft>
                  <a:spcPts val="0"/>
                </a:spcAft>
                <a:buNone/>
              </a:pPr>
              <a:r>
                <a:t/>
              </a:r>
              <a:endParaRPr sz="1500">
                <a:latin typeface="Noto Sans KR"/>
                <a:ea typeface="Noto Sans KR"/>
                <a:cs typeface="Noto Sans KR"/>
                <a:sym typeface="Noto Sans KR"/>
              </a:endParaRPr>
            </a:p>
            <a:p>
              <a:pPr indent="0" lvl="0" marL="0" rtl="0" algn="l">
                <a:lnSpc>
                  <a:spcPct val="115000"/>
                </a:lnSpc>
                <a:spcBef>
                  <a:spcPts val="0"/>
                </a:spcBef>
                <a:spcAft>
                  <a:spcPts val="0"/>
                </a:spcAft>
                <a:buNone/>
              </a:pPr>
              <a:r>
                <a:t/>
              </a:r>
              <a:endParaRPr sz="1500">
                <a:latin typeface="Noto Sans KR"/>
                <a:ea typeface="Noto Sans KR"/>
                <a:cs typeface="Noto Sans KR"/>
                <a:sym typeface="Noto Sans KR"/>
              </a:endParaRPr>
            </a:p>
            <a:p>
              <a:pPr indent="0" lvl="0" marL="0" rtl="0" algn="l">
                <a:lnSpc>
                  <a:spcPct val="115000"/>
                </a:lnSpc>
                <a:spcBef>
                  <a:spcPts val="0"/>
                </a:spcBef>
                <a:spcAft>
                  <a:spcPts val="0"/>
                </a:spcAft>
                <a:buNone/>
              </a:pPr>
              <a:r>
                <a:t/>
              </a:r>
              <a:endParaRPr sz="1100">
                <a:latin typeface="Noto Sans KR"/>
                <a:ea typeface="Noto Sans KR"/>
                <a:cs typeface="Noto Sans KR"/>
                <a:sym typeface="Noto Sans KR"/>
              </a:endParaRPr>
            </a:p>
            <a:p>
              <a:pPr indent="0" lvl="0" marL="0" rtl="0" algn="l">
                <a:lnSpc>
                  <a:spcPct val="115000"/>
                </a:lnSpc>
                <a:spcBef>
                  <a:spcPts val="0"/>
                </a:spcBef>
                <a:spcAft>
                  <a:spcPts val="0"/>
                </a:spcAft>
                <a:buNone/>
              </a:pPr>
              <a:r>
                <a:t/>
              </a:r>
              <a:endParaRPr sz="800">
                <a:latin typeface="Noto Sans KR"/>
                <a:ea typeface="Noto Sans KR"/>
                <a:cs typeface="Noto Sans KR"/>
                <a:sym typeface="Noto Sans KR"/>
              </a:endParaRPr>
            </a:p>
            <a:p>
              <a:pPr indent="-323850" lvl="0" marL="457200" rtl="0" algn="l">
                <a:lnSpc>
                  <a:spcPct val="115000"/>
                </a:lnSpc>
                <a:spcBef>
                  <a:spcPts val="0"/>
                </a:spcBef>
                <a:spcAft>
                  <a:spcPts val="0"/>
                </a:spcAft>
                <a:buClr>
                  <a:srgbClr val="000000"/>
                </a:buClr>
                <a:buSzPts val="1500"/>
                <a:buFont typeface="Noto Sans KR"/>
                <a:buChar char="●"/>
              </a:pPr>
              <a:r>
                <a:rPr b="1" lang="ko" sz="1500">
                  <a:latin typeface="Noto Sans KR"/>
                  <a:ea typeface="Noto Sans KR"/>
                  <a:cs typeface="Noto Sans KR"/>
                  <a:sym typeface="Noto Sans KR"/>
                </a:rPr>
                <a:t>발주서 조회 Page</a:t>
              </a:r>
              <a:r>
                <a:rPr lang="ko" sz="1500">
                  <a:latin typeface="Noto Sans KR"/>
                  <a:ea typeface="Noto Sans KR"/>
                  <a:cs typeface="Noto Sans KR"/>
                  <a:sym typeface="Noto Sans KR"/>
                </a:rPr>
                <a:t> : </a:t>
              </a:r>
              <a:r>
                <a:rPr lang="ko" sz="1500">
                  <a:solidFill>
                    <a:srgbClr val="000000"/>
                  </a:solidFill>
                  <a:latin typeface="Noto Sans KR"/>
                  <a:ea typeface="Noto Sans KR"/>
                  <a:cs typeface="Noto Sans KR"/>
                  <a:sym typeface="Noto Sans KR"/>
                </a:rPr>
                <a:t>확인여부에 따른</a:t>
              </a:r>
              <a:r>
                <a:rPr lang="ko" sz="1500">
                  <a:latin typeface="Noto Sans KR"/>
                  <a:ea typeface="Noto Sans KR"/>
                  <a:cs typeface="Noto Sans KR"/>
                  <a:sym typeface="Noto Sans KR"/>
                </a:rPr>
                <a:t> </a:t>
              </a:r>
              <a:r>
                <a:rPr lang="ko" sz="1500">
                  <a:solidFill>
                    <a:srgbClr val="000000"/>
                  </a:solidFill>
                  <a:latin typeface="Noto Sans KR"/>
                  <a:ea typeface="Noto Sans KR"/>
                  <a:cs typeface="Noto Sans KR"/>
                  <a:sym typeface="Noto Sans KR"/>
                </a:rPr>
                <a:t>발주서 조회</a:t>
              </a:r>
              <a:endParaRPr sz="1500">
                <a:solidFill>
                  <a:srgbClr val="000000"/>
                </a:solidFill>
                <a:latin typeface="Noto Sans KR"/>
                <a:ea typeface="Noto Sans KR"/>
                <a:cs typeface="Noto Sans KR"/>
                <a:sym typeface="Noto Sans KR"/>
              </a:endParaRPr>
            </a:p>
          </p:txBody>
        </p:sp>
      </p:grpSp>
      <p:pic>
        <p:nvPicPr>
          <p:cNvPr id="580" name="Google Shape;580;p42"/>
          <p:cNvPicPr preferRelativeResize="0"/>
          <p:nvPr/>
        </p:nvPicPr>
        <p:blipFill rotWithShape="1">
          <a:blip r:embed="rId5">
            <a:alphaModFix/>
          </a:blip>
          <a:srcRect b="43307" l="0" r="0" t="10887"/>
          <a:stretch/>
        </p:blipFill>
        <p:spPr>
          <a:xfrm>
            <a:off x="496150" y="3985800"/>
            <a:ext cx="8511624" cy="530475"/>
          </a:xfrm>
          <a:prstGeom prst="rect">
            <a:avLst/>
          </a:prstGeom>
          <a:noFill/>
          <a:ln>
            <a:noFill/>
          </a:ln>
        </p:spPr>
      </p:pic>
      <p:pic>
        <p:nvPicPr>
          <p:cNvPr id="581" name="Google Shape;581;p42"/>
          <p:cNvPicPr preferRelativeResize="0"/>
          <p:nvPr/>
        </p:nvPicPr>
        <p:blipFill rotWithShape="1">
          <a:blip r:embed="rId6">
            <a:alphaModFix/>
          </a:blip>
          <a:srcRect b="29139" l="0" r="0" t="6177"/>
          <a:stretch/>
        </p:blipFill>
        <p:spPr>
          <a:xfrm>
            <a:off x="496138" y="2046550"/>
            <a:ext cx="8210551" cy="1540575"/>
          </a:xfrm>
          <a:prstGeom prst="rect">
            <a:avLst/>
          </a:prstGeom>
          <a:noFill/>
          <a:ln>
            <a:noFill/>
          </a:ln>
        </p:spPr>
      </p:pic>
      <p:sp>
        <p:nvSpPr>
          <p:cNvPr id="582" name="Google Shape;582;p42"/>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583" name="Google Shape;583;p42"/>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grpSp>
        <p:nvGrpSpPr>
          <p:cNvPr id="584" name="Google Shape;584;p42"/>
          <p:cNvGrpSpPr/>
          <p:nvPr/>
        </p:nvGrpSpPr>
        <p:grpSpPr>
          <a:xfrm>
            <a:off x="4699625" y="2352728"/>
            <a:ext cx="4350825" cy="1525322"/>
            <a:chOff x="4699625" y="2345924"/>
            <a:chExt cx="4350825" cy="1525322"/>
          </a:xfrm>
        </p:grpSpPr>
        <p:sp>
          <p:nvSpPr>
            <p:cNvPr id="585" name="Google Shape;585;p42"/>
            <p:cNvSpPr/>
            <p:nvPr/>
          </p:nvSpPr>
          <p:spPr>
            <a:xfrm>
              <a:off x="7978600" y="2345924"/>
              <a:ext cx="728100" cy="2856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86" name="Google Shape;586;p42"/>
            <p:cNvCxnSpPr>
              <a:stCxn id="585" idx="3"/>
            </p:cNvCxnSpPr>
            <p:nvPr/>
          </p:nvCxnSpPr>
          <p:spPr>
            <a:xfrm>
              <a:off x="8706700" y="2488724"/>
              <a:ext cx="343200" cy="0"/>
            </a:xfrm>
            <a:prstGeom prst="straightConnector1">
              <a:avLst/>
            </a:prstGeom>
            <a:noFill/>
            <a:ln cap="flat" cmpd="sng" w="19050">
              <a:solidFill>
                <a:srgbClr val="FB1502"/>
              </a:solidFill>
              <a:prstDash val="solid"/>
              <a:round/>
              <a:headEnd len="med" w="med" type="none"/>
              <a:tailEnd len="med" w="med" type="none"/>
            </a:ln>
          </p:spPr>
        </p:cxnSp>
        <p:cxnSp>
          <p:nvCxnSpPr>
            <p:cNvPr id="587" name="Google Shape;587;p42"/>
            <p:cNvCxnSpPr/>
            <p:nvPr/>
          </p:nvCxnSpPr>
          <p:spPr>
            <a:xfrm>
              <a:off x="9050450" y="2487275"/>
              <a:ext cx="0" cy="1318200"/>
            </a:xfrm>
            <a:prstGeom prst="straightConnector1">
              <a:avLst/>
            </a:prstGeom>
            <a:noFill/>
            <a:ln cap="flat" cmpd="sng" w="19050">
              <a:solidFill>
                <a:srgbClr val="FB1502"/>
              </a:solidFill>
              <a:prstDash val="solid"/>
              <a:round/>
              <a:headEnd len="med" w="med" type="none"/>
              <a:tailEnd len="med" w="med" type="none"/>
            </a:ln>
          </p:spPr>
        </p:cxnSp>
        <p:cxnSp>
          <p:nvCxnSpPr>
            <p:cNvPr id="588" name="Google Shape;588;p42"/>
            <p:cNvCxnSpPr/>
            <p:nvPr/>
          </p:nvCxnSpPr>
          <p:spPr>
            <a:xfrm>
              <a:off x="4720750" y="3801900"/>
              <a:ext cx="4326300" cy="0"/>
            </a:xfrm>
            <a:prstGeom prst="straightConnector1">
              <a:avLst/>
            </a:prstGeom>
            <a:noFill/>
            <a:ln cap="flat" cmpd="sng" w="28575">
              <a:solidFill>
                <a:srgbClr val="FB1502"/>
              </a:solidFill>
              <a:prstDash val="solid"/>
              <a:round/>
              <a:headEnd len="med" w="med" type="none"/>
              <a:tailEnd len="med" w="med" type="none"/>
            </a:ln>
          </p:spPr>
        </p:cxnSp>
        <p:sp>
          <p:nvSpPr>
            <p:cNvPr id="589" name="Google Shape;589;p42"/>
            <p:cNvSpPr/>
            <p:nvPr/>
          </p:nvSpPr>
          <p:spPr>
            <a:xfrm rot="-5400000">
              <a:off x="4681025" y="3751246"/>
              <a:ext cx="138600" cy="101400"/>
            </a:xfrm>
            <a:prstGeom prst="triangle">
              <a:avLst>
                <a:gd fmla="val 50000" name="adj"/>
              </a:avLst>
            </a:prstGeom>
            <a:solidFill>
              <a:srgbClr val="FB150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593" name="Shape 593"/>
        <p:cNvGrpSpPr/>
        <p:nvPr/>
      </p:nvGrpSpPr>
      <p:grpSpPr>
        <a:xfrm>
          <a:off x="0" y="0"/>
          <a:ext cx="0" cy="0"/>
          <a:chOff x="0" y="0"/>
          <a:chExt cx="0" cy="0"/>
        </a:xfrm>
      </p:grpSpPr>
      <p:pic>
        <p:nvPicPr>
          <p:cNvPr id="594" name="Google Shape;594;p43"/>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595" name="Google Shape;595;p43"/>
          <p:cNvPicPr preferRelativeResize="0"/>
          <p:nvPr/>
        </p:nvPicPr>
        <p:blipFill rotWithShape="1">
          <a:blip r:embed="rId4">
            <a:alphaModFix/>
          </a:blip>
          <a:srcRect b="0" l="0" r="0" t="0"/>
          <a:stretch/>
        </p:blipFill>
        <p:spPr>
          <a:xfrm>
            <a:off x="211680" y="193974"/>
            <a:ext cx="3351334" cy="1254119"/>
          </a:xfrm>
          <a:prstGeom prst="rect">
            <a:avLst/>
          </a:prstGeom>
          <a:noFill/>
          <a:ln>
            <a:noFill/>
          </a:ln>
        </p:spPr>
      </p:pic>
      <p:pic>
        <p:nvPicPr>
          <p:cNvPr id="596" name="Google Shape;596;p43"/>
          <p:cNvPicPr preferRelativeResize="0"/>
          <p:nvPr/>
        </p:nvPicPr>
        <p:blipFill rotWithShape="1">
          <a:blip r:embed="rId5">
            <a:alphaModFix/>
          </a:blip>
          <a:srcRect b="-9" l="706" r="49218" t="892"/>
          <a:stretch/>
        </p:blipFill>
        <p:spPr>
          <a:xfrm>
            <a:off x="5447975" y="0"/>
            <a:ext cx="3696024" cy="5143500"/>
          </a:xfrm>
          <a:prstGeom prst="rect">
            <a:avLst/>
          </a:prstGeom>
          <a:noFill/>
          <a:ln>
            <a:noFill/>
          </a:ln>
        </p:spPr>
      </p:pic>
      <p:grpSp>
        <p:nvGrpSpPr>
          <p:cNvPr id="597" name="Google Shape;597;p43"/>
          <p:cNvGrpSpPr/>
          <p:nvPr/>
        </p:nvGrpSpPr>
        <p:grpSpPr>
          <a:xfrm>
            <a:off x="165501" y="1272050"/>
            <a:ext cx="4017018" cy="2033350"/>
            <a:chOff x="-161659" y="1459285"/>
            <a:chExt cx="2235900" cy="1611979"/>
          </a:xfrm>
        </p:grpSpPr>
        <p:sp>
          <p:nvSpPr>
            <p:cNvPr id="598" name="Google Shape;598;p43"/>
            <p:cNvSpPr/>
            <p:nvPr/>
          </p:nvSpPr>
          <p:spPr>
            <a:xfrm>
              <a:off x="-117210" y="1459285"/>
              <a:ext cx="1140300" cy="3432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1. 사원관리</a:t>
              </a:r>
              <a:endParaRPr b="1" sz="1700">
                <a:solidFill>
                  <a:srgbClr val="FFFFFF"/>
                </a:solidFill>
                <a:latin typeface="Noto Sans KR"/>
                <a:ea typeface="Noto Sans KR"/>
                <a:cs typeface="Noto Sans KR"/>
                <a:sym typeface="Noto Sans KR"/>
              </a:endParaRPr>
            </a:p>
          </p:txBody>
        </p:sp>
        <p:sp>
          <p:nvSpPr>
            <p:cNvPr id="599" name="Google Shape;599;p43"/>
            <p:cNvSpPr txBox="1"/>
            <p:nvPr/>
          </p:nvSpPr>
          <p:spPr>
            <a:xfrm>
              <a:off x="-161659" y="1917763"/>
              <a:ext cx="2235900" cy="11535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00000"/>
                </a:buClr>
                <a:buSzPts val="1500"/>
                <a:buFont typeface="Noto Sans KR"/>
                <a:buChar char="●"/>
              </a:pPr>
              <a:r>
                <a:rPr lang="ko" sz="1500">
                  <a:solidFill>
                    <a:srgbClr val="000000"/>
                  </a:solidFill>
                  <a:latin typeface="Noto Sans KR"/>
                  <a:ea typeface="Noto Sans KR"/>
                  <a:cs typeface="Noto Sans KR"/>
                  <a:sym typeface="Noto Sans KR"/>
                </a:rPr>
                <a:t>등록 시 </a:t>
              </a:r>
              <a:r>
                <a:rPr b="1" lang="ko" sz="1500">
                  <a:solidFill>
                    <a:srgbClr val="000000"/>
                  </a:solidFill>
                  <a:latin typeface="Noto Sans KR"/>
                  <a:ea typeface="Noto Sans KR"/>
                  <a:cs typeface="Noto Sans KR"/>
                  <a:sym typeface="Noto Sans KR"/>
                </a:rPr>
                <a:t>사원번호 자동 생성</a:t>
              </a:r>
              <a:endParaRPr b="1" sz="1500">
                <a:solidFill>
                  <a:srgbClr val="000000"/>
                </a:solidFill>
                <a:latin typeface="Noto Sans KR"/>
                <a:ea typeface="Noto Sans KR"/>
                <a:cs typeface="Noto Sans KR"/>
                <a:sym typeface="Noto Sans KR"/>
              </a:endParaRPr>
            </a:p>
            <a:p>
              <a:pPr indent="-323850" lvl="0" marL="457200" rtl="0" algn="l">
                <a:lnSpc>
                  <a:spcPct val="115000"/>
                </a:lnSpc>
                <a:spcBef>
                  <a:spcPts val="0"/>
                </a:spcBef>
                <a:spcAft>
                  <a:spcPts val="0"/>
                </a:spcAft>
                <a:buClr>
                  <a:srgbClr val="000000"/>
                </a:buClr>
                <a:buSzPts val="1500"/>
                <a:buFont typeface="Noto Sans KR"/>
                <a:buChar char="●"/>
              </a:pPr>
              <a:r>
                <a:rPr b="1" lang="ko" sz="1500">
                  <a:solidFill>
                    <a:srgbClr val="000000"/>
                  </a:solidFill>
                  <a:latin typeface="Noto Sans KR"/>
                  <a:ea typeface="Noto Sans KR"/>
                  <a:cs typeface="Noto Sans KR"/>
                  <a:sym typeface="Noto Sans KR"/>
                </a:rPr>
                <a:t>드롭다운</a:t>
              </a:r>
              <a:r>
                <a:rPr lang="ko" sz="1500">
                  <a:latin typeface="Noto Sans KR"/>
                  <a:ea typeface="Noto Sans KR"/>
                  <a:cs typeface="Noto Sans KR"/>
                  <a:sym typeface="Noto Sans KR"/>
                </a:rPr>
                <a:t>으로 부서 선택</a:t>
              </a:r>
              <a:endParaRPr sz="1500">
                <a:solidFill>
                  <a:srgbClr val="000000"/>
                </a:solidFill>
                <a:latin typeface="Noto Sans KR"/>
                <a:ea typeface="Noto Sans KR"/>
                <a:cs typeface="Noto Sans KR"/>
                <a:sym typeface="Noto Sans KR"/>
              </a:endParaRPr>
            </a:p>
            <a:p>
              <a:pPr indent="-323850" lvl="0" marL="457200" rtl="0" algn="l">
                <a:lnSpc>
                  <a:spcPct val="115000"/>
                </a:lnSpc>
                <a:spcBef>
                  <a:spcPts val="0"/>
                </a:spcBef>
                <a:spcAft>
                  <a:spcPts val="0"/>
                </a:spcAft>
                <a:buClr>
                  <a:srgbClr val="000000"/>
                </a:buClr>
                <a:buSzPts val="1500"/>
                <a:buFont typeface="Noto Sans KR"/>
                <a:buChar char="●"/>
              </a:pPr>
              <a:r>
                <a:rPr lang="ko" sz="1500">
                  <a:solidFill>
                    <a:srgbClr val="000000"/>
                  </a:solidFill>
                  <a:latin typeface="Noto Sans KR"/>
                  <a:ea typeface="Noto Sans KR"/>
                  <a:cs typeface="Noto Sans KR"/>
                  <a:sym typeface="Noto Sans KR"/>
                </a:rPr>
                <a:t>사원번호,이름,부서명,직급</a:t>
              </a:r>
              <a:r>
                <a:rPr lang="ko" sz="1500">
                  <a:latin typeface="Noto Sans KR"/>
                  <a:ea typeface="Noto Sans KR"/>
                  <a:cs typeface="Noto Sans KR"/>
                  <a:sym typeface="Noto Sans KR"/>
                </a:rPr>
                <a:t>으로 </a:t>
              </a:r>
              <a:r>
                <a:rPr b="1" lang="ko" sz="1500">
                  <a:solidFill>
                    <a:srgbClr val="000000"/>
                  </a:solidFill>
                  <a:latin typeface="Noto Sans KR"/>
                  <a:ea typeface="Noto Sans KR"/>
                  <a:cs typeface="Noto Sans KR"/>
                  <a:sym typeface="Noto Sans KR"/>
                </a:rPr>
                <a:t>검색 가능</a:t>
              </a:r>
              <a:endParaRPr b="1" sz="1500">
                <a:latin typeface="Noto Sans KR"/>
                <a:ea typeface="Noto Sans KR"/>
                <a:cs typeface="Noto Sans KR"/>
                <a:sym typeface="Noto Sans KR"/>
              </a:endParaRPr>
            </a:p>
          </p:txBody>
        </p:sp>
      </p:grpSp>
      <p:sp>
        <p:nvSpPr>
          <p:cNvPr id="600" name="Google Shape;600;p43"/>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601" name="Google Shape;601;p43"/>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602" name="Google Shape;602;p43"/>
          <p:cNvSpPr/>
          <p:nvPr/>
        </p:nvSpPr>
        <p:spPr>
          <a:xfrm>
            <a:off x="5502425" y="834875"/>
            <a:ext cx="585000" cy="1254000"/>
          </a:xfrm>
          <a:prstGeom prst="rect">
            <a:avLst/>
          </a:prstGeom>
          <a:noFill/>
          <a:ln cap="flat" cmpd="sng" w="28575">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606" name="Shape 606"/>
        <p:cNvGrpSpPr/>
        <p:nvPr/>
      </p:nvGrpSpPr>
      <p:grpSpPr>
        <a:xfrm>
          <a:off x="0" y="0"/>
          <a:ext cx="0" cy="0"/>
          <a:chOff x="0" y="0"/>
          <a:chExt cx="0" cy="0"/>
        </a:xfrm>
      </p:grpSpPr>
      <p:pic>
        <p:nvPicPr>
          <p:cNvPr id="607" name="Google Shape;607;p44"/>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608" name="Google Shape;608;p44"/>
          <p:cNvPicPr preferRelativeResize="0"/>
          <p:nvPr/>
        </p:nvPicPr>
        <p:blipFill rotWithShape="1">
          <a:blip r:embed="rId4">
            <a:alphaModFix/>
          </a:blip>
          <a:srcRect b="0" l="0" r="0" t="0"/>
          <a:stretch/>
        </p:blipFill>
        <p:spPr>
          <a:xfrm>
            <a:off x="211680" y="193974"/>
            <a:ext cx="3351334" cy="1254119"/>
          </a:xfrm>
          <a:prstGeom prst="rect">
            <a:avLst/>
          </a:prstGeom>
          <a:noFill/>
          <a:ln>
            <a:noFill/>
          </a:ln>
        </p:spPr>
      </p:pic>
      <p:pic>
        <p:nvPicPr>
          <p:cNvPr id="609" name="Google Shape;609;p44"/>
          <p:cNvPicPr preferRelativeResize="0"/>
          <p:nvPr/>
        </p:nvPicPr>
        <p:blipFill rotWithShape="1">
          <a:blip r:embed="rId5">
            <a:alphaModFix/>
          </a:blip>
          <a:srcRect b="18354" l="2853" r="1698" t="0"/>
          <a:stretch/>
        </p:blipFill>
        <p:spPr>
          <a:xfrm>
            <a:off x="4039650" y="1762175"/>
            <a:ext cx="5104351" cy="2749000"/>
          </a:xfrm>
          <a:prstGeom prst="rect">
            <a:avLst/>
          </a:prstGeom>
          <a:noFill/>
          <a:ln>
            <a:noFill/>
          </a:ln>
        </p:spPr>
      </p:pic>
      <p:sp>
        <p:nvSpPr>
          <p:cNvPr id="610" name="Google Shape;610;p44"/>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611" name="Google Shape;611;p44"/>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grpSp>
        <p:nvGrpSpPr>
          <p:cNvPr id="612" name="Google Shape;612;p44"/>
          <p:cNvGrpSpPr/>
          <p:nvPr/>
        </p:nvGrpSpPr>
        <p:grpSpPr>
          <a:xfrm>
            <a:off x="165501" y="1272050"/>
            <a:ext cx="4017018" cy="2033350"/>
            <a:chOff x="-161659" y="1459285"/>
            <a:chExt cx="2235900" cy="1611979"/>
          </a:xfrm>
        </p:grpSpPr>
        <p:sp>
          <p:nvSpPr>
            <p:cNvPr id="613" name="Google Shape;613;p44"/>
            <p:cNvSpPr/>
            <p:nvPr/>
          </p:nvSpPr>
          <p:spPr>
            <a:xfrm>
              <a:off x="-117210" y="1459285"/>
              <a:ext cx="1140300" cy="3432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1. 사원관리</a:t>
              </a:r>
              <a:endParaRPr b="1" sz="1700">
                <a:solidFill>
                  <a:srgbClr val="FFFFFF"/>
                </a:solidFill>
                <a:latin typeface="Noto Sans KR"/>
                <a:ea typeface="Noto Sans KR"/>
                <a:cs typeface="Noto Sans KR"/>
                <a:sym typeface="Noto Sans KR"/>
              </a:endParaRPr>
            </a:p>
          </p:txBody>
        </p:sp>
        <p:sp>
          <p:nvSpPr>
            <p:cNvPr id="614" name="Google Shape;614;p44"/>
            <p:cNvSpPr txBox="1"/>
            <p:nvPr/>
          </p:nvSpPr>
          <p:spPr>
            <a:xfrm>
              <a:off x="-161659" y="1917763"/>
              <a:ext cx="2235900" cy="11535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00000"/>
                </a:buClr>
                <a:buSzPts val="1500"/>
                <a:buFont typeface="Noto Sans KR"/>
                <a:buChar char="●"/>
              </a:pPr>
              <a:r>
                <a:rPr lang="ko" sz="1500">
                  <a:solidFill>
                    <a:srgbClr val="000000"/>
                  </a:solidFill>
                  <a:latin typeface="Noto Sans KR"/>
                  <a:ea typeface="Noto Sans KR"/>
                  <a:cs typeface="Noto Sans KR"/>
                  <a:sym typeface="Noto Sans KR"/>
                </a:rPr>
                <a:t>등록 시 </a:t>
              </a:r>
              <a:r>
                <a:rPr b="1" lang="ko" sz="1500">
                  <a:solidFill>
                    <a:srgbClr val="000000"/>
                  </a:solidFill>
                  <a:latin typeface="Noto Sans KR"/>
                  <a:ea typeface="Noto Sans KR"/>
                  <a:cs typeface="Noto Sans KR"/>
                  <a:sym typeface="Noto Sans KR"/>
                </a:rPr>
                <a:t>사원번호 자동 생성</a:t>
              </a:r>
              <a:endParaRPr b="1" sz="1500">
                <a:solidFill>
                  <a:srgbClr val="000000"/>
                </a:solidFill>
                <a:latin typeface="Noto Sans KR"/>
                <a:ea typeface="Noto Sans KR"/>
                <a:cs typeface="Noto Sans KR"/>
                <a:sym typeface="Noto Sans KR"/>
              </a:endParaRPr>
            </a:p>
            <a:p>
              <a:pPr indent="-323850" lvl="0" marL="457200" rtl="0" algn="l">
                <a:lnSpc>
                  <a:spcPct val="115000"/>
                </a:lnSpc>
                <a:spcBef>
                  <a:spcPts val="0"/>
                </a:spcBef>
                <a:spcAft>
                  <a:spcPts val="0"/>
                </a:spcAft>
                <a:buClr>
                  <a:srgbClr val="000000"/>
                </a:buClr>
                <a:buSzPts val="1500"/>
                <a:buFont typeface="Noto Sans KR"/>
                <a:buChar char="●"/>
              </a:pPr>
              <a:r>
                <a:rPr b="1" lang="ko" sz="1500">
                  <a:solidFill>
                    <a:srgbClr val="000000"/>
                  </a:solidFill>
                  <a:latin typeface="Noto Sans KR"/>
                  <a:ea typeface="Noto Sans KR"/>
                  <a:cs typeface="Noto Sans KR"/>
                  <a:sym typeface="Noto Sans KR"/>
                </a:rPr>
                <a:t>드롭다운</a:t>
              </a:r>
              <a:r>
                <a:rPr lang="ko" sz="1500">
                  <a:latin typeface="Noto Sans KR"/>
                  <a:ea typeface="Noto Sans KR"/>
                  <a:cs typeface="Noto Sans KR"/>
                  <a:sym typeface="Noto Sans KR"/>
                </a:rPr>
                <a:t>으로 부서 선택</a:t>
              </a:r>
              <a:endParaRPr sz="1500">
                <a:solidFill>
                  <a:srgbClr val="000000"/>
                </a:solidFill>
                <a:latin typeface="Noto Sans KR"/>
                <a:ea typeface="Noto Sans KR"/>
                <a:cs typeface="Noto Sans KR"/>
                <a:sym typeface="Noto Sans KR"/>
              </a:endParaRPr>
            </a:p>
            <a:p>
              <a:pPr indent="-323850" lvl="0" marL="457200" rtl="0" algn="l">
                <a:lnSpc>
                  <a:spcPct val="115000"/>
                </a:lnSpc>
                <a:spcBef>
                  <a:spcPts val="0"/>
                </a:spcBef>
                <a:spcAft>
                  <a:spcPts val="0"/>
                </a:spcAft>
                <a:buClr>
                  <a:srgbClr val="000000"/>
                </a:buClr>
                <a:buSzPts val="1500"/>
                <a:buFont typeface="Noto Sans KR"/>
                <a:buChar char="●"/>
              </a:pPr>
              <a:r>
                <a:rPr lang="ko" sz="1500">
                  <a:solidFill>
                    <a:srgbClr val="000000"/>
                  </a:solidFill>
                  <a:latin typeface="Noto Sans KR"/>
                  <a:ea typeface="Noto Sans KR"/>
                  <a:cs typeface="Noto Sans KR"/>
                  <a:sym typeface="Noto Sans KR"/>
                </a:rPr>
                <a:t>사원번호,이름,부서명,직급</a:t>
              </a:r>
              <a:r>
                <a:rPr lang="ko" sz="1500">
                  <a:latin typeface="Noto Sans KR"/>
                  <a:ea typeface="Noto Sans KR"/>
                  <a:cs typeface="Noto Sans KR"/>
                  <a:sym typeface="Noto Sans KR"/>
                </a:rPr>
                <a:t>으로 </a:t>
              </a:r>
              <a:r>
                <a:rPr b="1" lang="ko" sz="1500">
                  <a:solidFill>
                    <a:srgbClr val="000000"/>
                  </a:solidFill>
                  <a:latin typeface="Noto Sans KR"/>
                  <a:ea typeface="Noto Sans KR"/>
                  <a:cs typeface="Noto Sans KR"/>
                  <a:sym typeface="Noto Sans KR"/>
                </a:rPr>
                <a:t>검색 가능</a:t>
              </a:r>
              <a:endParaRPr b="1" sz="1500">
                <a:latin typeface="Noto Sans KR"/>
                <a:ea typeface="Noto Sans KR"/>
                <a:cs typeface="Noto Sans KR"/>
                <a:sym typeface="Noto Sans KR"/>
              </a:endParaRPr>
            </a:p>
          </p:txBody>
        </p:sp>
      </p:grpSp>
      <p:sp>
        <p:nvSpPr>
          <p:cNvPr id="615" name="Google Shape;615;p44"/>
          <p:cNvSpPr/>
          <p:nvPr/>
        </p:nvSpPr>
        <p:spPr>
          <a:xfrm>
            <a:off x="4121300" y="2143525"/>
            <a:ext cx="450600" cy="279000"/>
          </a:xfrm>
          <a:prstGeom prst="rect">
            <a:avLst/>
          </a:prstGeom>
          <a:noFill/>
          <a:ln cap="flat" cmpd="sng" w="28575">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6" name="Google Shape;616;p44"/>
          <p:cNvSpPr/>
          <p:nvPr/>
        </p:nvSpPr>
        <p:spPr>
          <a:xfrm>
            <a:off x="6879482" y="2908250"/>
            <a:ext cx="450600" cy="1051800"/>
          </a:xfrm>
          <a:prstGeom prst="rect">
            <a:avLst/>
          </a:prstGeom>
          <a:noFill/>
          <a:ln cap="flat" cmpd="sng" w="28575">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620" name="Shape 620"/>
        <p:cNvGrpSpPr/>
        <p:nvPr/>
      </p:nvGrpSpPr>
      <p:grpSpPr>
        <a:xfrm>
          <a:off x="0" y="0"/>
          <a:ext cx="0" cy="0"/>
          <a:chOff x="0" y="0"/>
          <a:chExt cx="0" cy="0"/>
        </a:xfrm>
      </p:grpSpPr>
      <p:pic>
        <p:nvPicPr>
          <p:cNvPr id="621" name="Google Shape;621;p45"/>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622" name="Google Shape;622;p45"/>
          <p:cNvPicPr preferRelativeResize="0"/>
          <p:nvPr/>
        </p:nvPicPr>
        <p:blipFill>
          <a:blip r:embed="rId4">
            <a:alphaModFix/>
          </a:blip>
          <a:stretch>
            <a:fillRect/>
          </a:stretch>
        </p:blipFill>
        <p:spPr>
          <a:xfrm>
            <a:off x="4879538" y="2431163"/>
            <a:ext cx="3819525" cy="2359275"/>
          </a:xfrm>
          <a:prstGeom prst="rect">
            <a:avLst/>
          </a:prstGeom>
          <a:noFill/>
          <a:ln>
            <a:noFill/>
          </a:ln>
        </p:spPr>
      </p:pic>
      <p:pic>
        <p:nvPicPr>
          <p:cNvPr id="623" name="Google Shape;623;p45"/>
          <p:cNvPicPr preferRelativeResize="0"/>
          <p:nvPr/>
        </p:nvPicPr>
        <p:blipFill rotWithShape="1">
          <a:blip r:embed="rId5">
            <a:alphaModFix/>
          </a:blip>
          <a:srcRect b="46495" l="3837" r="27995" t="2122"/>
          <a:stretch/>
        </p:blipFill>
        <p:spPr>
          <a:xfrm>
            <a:off x="5244425" y="353188"/>
            <a:ext cx="3126399" cy="1254125"/>
          </a:xfrm>
          <a:prstGeom prst="rect">
            <a:avLst/>
          </a:prstGeom>
          <a:noFill/>
          <a:ln>
            <a:noFill/>
          </a:ln>
        </p:spPr>
      </p:pic>
      <p:sp>
        <p:nvSpPr>
          <p:cNvPr id="624" name="Google Shape;624;p45"/>
          <p:cNvSpPr/>
          <p:nvPr/>
        </p:nvSpPr>
        <p:spPr>
          <a:xfrm rot="5400000">
            <a:off x="6536724" y="1761850"/>
            <a:ext cx="541800" cy="514800"/>
          </a:xfrm>
          <a:prstGeom prst="rightArrow">
            <a:avLst>
              <a:gd fmla="val 47776" name="adj1"/>
              <a:gd fmla="val 53037" name="adj2"/>
            </a:avLst>
          </a:prstGeom>
          <a:solidFill>
            <a:srgbClr val="1F497D"/>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5" name="Google Shape;625;p45"/>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pic>
        <p:nvPicPr>
          <p:cNvPr id="626" name="Google Shape;626;p45"/>
          <p:cNvPicPr preferRelativeResize="0"/>
          <p:nvPr/>
        </p:nvPicPr>
        <p:blipFill rotWithShape="1">
          <a:blip r:embed="rId6">
            <a:alphaModFix/>
          </a:blip>
          <a:srcRect b="0" l="0" r="0" t="0"/>
          <a:stretch/>
        </p:blipFill>
        <p:spPr>
          <a:xfrm>
            <a:off x="211680" y="193974"/>
            <a:ext cx="3351334" cy="1254119"/>
          </a:xfrm>
          <a:prstGeom prst="rect">
            <a:avLst/>
          </a:prstGeom>
          <a:noFill/>
          <a:ln>
            <a:noFill/>
          </a:ln>
        </p:spPr>
      </p:pic>
      <p:sp>
        <p:nvSpPr>
          <p:cNvPr id="627" name="Google Shape;627;p45"/>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grpSp>
        <p:nvGrpSpPr>
          <p:cNvPr id="628" name="Google Shape;628;p45"/>
          <p:cNvGrpSpPr/>
          <p:nvPr/>
        </p:nvGrpSpPr>
        <p:grpSpPr>
          <a:xfrm>
            <a:off x="165500" y="1272050"/>
            <a:ext cx="4017018" cy="973396"/>
            <a:chOff x="-161660" y="1459285"/>
            <a:chExt cx="2235900" cy="771679"/>
          </a:xfrm>
        </p:grpSpPr>
        <p:sp>
          <p:nvSpPr>
            <p:cNvPr id="629" name="Google Shape;629;p45"/>
            <p:cNvSpPr/>
            <p:nvPr/>
          </p:nvSpPr>
          <p:spPr>
            <a:xfrm>
              <a:off x="-117210" y="1459285"/>
              <a:ext cx="1140300" cy="3432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2</a:t>
              </a:r>
              <a:r>
                <a:rPr b="1" lang="ko" sz="1700">
                  <a:solidFill>
                    <a:srgbClr val="FFFFFF"/>
                  </a:solidFill>
                  <a:latin typeface="Noto Sans KR"/>
                  <a:ea typeface="Noto Sans KR"/>
                  <a:cs typeface="Noto Sans KR"/>
                  <a:sym typeface="Noto Sans KR"/>
                </a:rPr>
                <a:t>. 부서관리</a:t>
              </a:r>
              <a:endParaRPr b="1" sz="1700">
                <a:solidFill>
                  <a:srgbClr val="FFFFFF"/>
                </a:solidFill>
                <a:latin typeface="Noto Sans KR"/>
                <a:ea typeface="Noto Sans KR"/>
                <a:cs typeface="Noto Sans KR"/>
                <a:sym typeface="Noto Sans KR"/>
              </a:endParaRPr>
            </a:p>
          </p:txBody>
        </p:sp>
        <p:sp>
          <p:nvSpPr>
            <p:cNvPr id="630" name="Google Shape;630;p45"/>
            <p:cNvSpPr txBox="1"/>
            <p:nvPr/>
          </p:nvSpPr>
          <p:spPr>
            <a:xfrm>
              <a:off x="-161660" y="1917763"/>
              <a:ext cx="2235900" cy="3132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00000"/>
                </a:buClr>
                <a:buSzPts val="1500"/>
                <a:buFont typeface="Noto Sans KR"/>
                <a:buChar char="●"/>
              </a:pPr>
              <a:r>
                <a:rPr lang="ko" sz="1500">
                  <a:solidFill>
                    <a:schemeClr val="dk1"/>
                  </a:solidFill>
                  <a:latin typeface="Noto Sans KR"/>
                  <a:ea typeface="Noto Sans KR"/>
                  <a:cs typeface="Noto Sans KR"/>
                  <a:sym typeface="Noto Sans KR"/>
                </a:rPr>
                <a:t>부서 추가 시 </a:t>
              </a:r>
              <a:r>
                <a:rPr b="1" lang="ko" sz="1500">
                  <a:solidFill>
                    <a:schemeClr val="dk1"/>
                  </a:solidFill>
                  <a:latin typeface="Noto Sans KR"/>
                  <a:ea typeface="Noto Sans KR"/>
                  <a:cs typeface="Noto Sans KR"/>
                  <a:sym typeface="Noto Sans KR"/>
                </a:rPr>
                <a:t>부서코드 자동 생성</a:t>
              </a:r>
              <a:endParaRPr b="1" sz="1500">
                <a:latin typeface="Noto Sans KR"/>
                <a:ea typeface="Noto Sans KR"/>
                <a:cs typeface="Noto Sans KR"/>
                <a:sym typeface="Noto Sans KR"/>
              </a:endParaRPr>
            </a:p>
          </p:txBody>
        </p:sp>
      </p:grpSp>
      <p:sp>
        <p:nvSpPr>
          <p:cNvPr id="631" name="Google Shape;631;p45"/>
          <p:cNvSpPr/>
          <p:nvPr/>
        </p:nvSpPr>
        <p:spPr>
          <a:xfrm>
            <a:off x="5283889" y="719352"/>
            <a:ext cx="544200" cy="299400"/>
          </a:xfrm>
          <a:prstGeom prst="rect">
            <a:avLst/>
          </a:prstGeom>
          <a:noFill/>
          <a:ln cap="flat" cmpd="sng" w="28575">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2" name="Google Shape;632;p45"/>
          <p:cNvSpPr/>
          <p:nvPr/>
        </p:nvSpPr>
        <p:spPr>
          <a:xfrm>
            <a:off x="4879738" y="4339539"/>
            <a:ext cx="3819600" cy="2382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3" name="Google Shape;633;p45"/>
          <p:cNvSpPr/>
          <p:nvPr/>
        </p:nvSpPr>
        <p:spPr>
          <a:xfrm>
            <a:off x="5226163" y="353050"/>
            <a:ext cx="3126300" cy="1254000"/>
          </a:xfrm>
          <a:prstGeom prst="roundRect">
            <a:avLst>
              <a:gd fmla="val 5000" name="adj"/>
            </a:avLst>
          </a:prstGeom>
          <a:noFill/>
          <a:ln cap="flat" cmpd="sng" w="190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4" name="Google Shape;634;p45"/>
          <p:cNvSpPr/>
          <p:nvPr/>
        </p:nvSpPr>
        <p:spPr>
          <a:xfrm>
            <a:off x="4879537" y="2416350"/>
            <a:ext cx="3856200" cy="2359200"/>
          </a:xfrm>
          <a:prstGeom prst="roundRect">
            <a:avLst>
              <a:gd fmla="val 5000" name="adj"/>
            </a:avLst>
          </a:prstGeom>
          <a:noFill/>
          <a:ln cap="flat" cmpd="sng" w="190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638" name="Shape 638"/>
        <p:cNvGrpSpPr/>
        <p:nvPr/>
      </p:nvGrpSpPr>
      <p:grpSpPr>
        <a:xfrm>
          <a:off x="0" y="0"/>
          <a:ext cx="0" cy="0"/>
          <a:chOff x="0" y="0"/>
          <a:chExt cx="0" cy="0"/>
        </a:xfrm>
      </p:grpSpPr>
      <p:pic>
        <p:nvPicPr>
          <p:cNvPr id="639" name="Google Shape;639;p46"/>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640" name="Google Shape;640;p46"/>
          <p:cNvPicPr preferRelativeResize="0"/>
          <p:nvPr/>
        </p:nvPicPr>
        <p:blipFill rotWithShape="1">
          <a:blip r:embed="rId4">
            <a:alphaModFix/>
          </a:blip>
          <a:srcRect b="11291" l="41249" r="0" t="12570"/>
          <a:stretch/>
        </p:blipFill>
        <p:spPr>
          <a:xfrm>
            <a:off x="4813415" y="818117"/>
            <a:ext cx="2092282" cy="2210957"/>
          </a:xfrm>
          <a:prstGeom prst="rect">
            <a:avLst/>
          </a:prstGeom>
          <a:noFill/>
          <a:ln>
            <a:noFill/>
          </a:ln>
        </p:spPr>
      </p:pic>
      <p:pic>
        <p:nvPicPr>
          <p:cNvPr id="641" name="Google Shape;641;p46"/>
          <p:cNvPicPr preferRelativeResize="0"/>
          <p:nvPr/>
        </p:nvPicPr>
        <p:blipFill rotWithShape="1">
          <a:blip r:embed="rId5">
            <a:alphaModFix/>
          </a:blip>
          <a:srcRect b="24094" l="43310" r="0" t="14750"/>
          <a:stretch/>
        </p:blipFill>
        <p:spPr>
          <a:xfrm>
            <a:off x="4799901" y="3079883"/>
            <a:ext cx="2023027" cy="1646565"/>
          </a:xfrm>
          <a:prstGeom prst="rect">
            <a:avLst/>
          </a:prstGeom>
          <a:noFill/>
          <a:ln>
            <a:noFill/>
          </a:ln>
        </p:spPr>
      </p:pic>
      <p:sp>
        <p:nvSpPr>
          <p:cNvPr id="642" name="Google Shape;642;p46"/>
          <p:cNvSpPr txBox="1"/>
          <p:nvPr/>
        </p:nvSpPr>
        <p:spPr>
          <a:xfrm>
            <a:off x="211675" y="1704950"/>
            <a:ext cx="4488000" cy="33963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00000"/>
              </a:buClr>
              <a:buSzPts val="1500"/>
              <a:buFont typeface="Noto Sans KR"/>
              <a:buAutoNum type="arabicParenR"/>
            </a:pPr>
            <a:r>
              <a:rPr b="1" lang="ko" sz="1500">
                <a:solidFill>
                  <a:srgbClr val="000000"/>
                </a:solidFill>
                <a:latin typeface="Noto Sans KR"/>
                <a:ea typeface="Noto Sans KR"/>
                <a:cs typeface="Noto Sans KR"/>
                <a:sym typeface="Noto Sans KR"/>
              </a:rPr>
              <a:t>출퇴근 </a:t>
            </a:r>
            <a:r>
              <a:rPr b="1" lang="ko" sz="1500">
                <a:latin typeface="Noto Sans KR"/>
                <a:ea typeface="Noto Sans KR"/>
                <a:cs typeface="Noto Sans KR"/>
                <a:sym typeface="Noto Sans KR"/>
              </a:rPr>
              <a:t>등록</a:t>
            </a:r>
            <a:endParaRPr b="1" sz="1500">
              <a:solidFill>
                <a:srgbClr val="000000"/>
              </a:solidFill>
              <a:latin typeface="Noto Sans KR"/>
              <a:ea typeface="Noto Sans KR"/>
              <a:cs typeface="Noto Sans KR"/>
              <a:sym typeface="Noto Sans KR"/>
            </a:endParaRPr>
          </a:p>
          <a:p>
            <a:pPr indent="-323850" lvl="0" marL="457200" rtl="0" algn="l">
              <a:lnSpc>
                <a:spcPct val="115000"/>
              </a:lnSpc>
              <a:spcBef>
                <a:spcPts val="0"/>
              </a:spcBef>
              <a:spcAft>
                <a:spcPts val="0"/>
              </a:spcAft>
              <a:buClr>
                <a:srgbClr val="000000"/>
              </a:buClr>
              <a:buSzPts val="1500"/>
              <a:buFont typeface="Noto Sans KR"/>
              <a:buChar char="●"/>
            </a:pPr>
            <a:r>
              <a:rPr lang="ko" sz="1500">
                <a:solidFill>
                  <a:srgbClr val="000000"/>
                </a:solidFill>
                <a:latin typeface="Noto Sans KR"/>
                <a:ea typeface="Noto Sans KR"/>
                <a:cs typeface="Noto Sans KR"/>
                <a:sym typeface="Noto Sans KR"/>
              </a:rPr>
              <a:t>출퇴근 시간 입력 시</a:t>
            </a:r>
            <a:r>
              <a:rPr lang="ko" sz="1500">
                <a:latin typeface="Noto Sans KR"/>
                <a:ea typeface="Noto Sans KR"/>
                <a:cs typeface="Noto Sans KR"/>
                <a:sym typeface="Noto Sans KR"/>
              </a:rPr>
              <a:t> </a:t>
            </a:r>
            <a:r>
              <a:rPr b="1" lang="ko" sz="1500">
                <a:solidFill>
                  <a:srgbClr val="000000"/>
                </a:solidFill>
                <a:latin typeface="Noto Sans KR"/>
                <a:ea typeface="Noto Sans KR"/>
                <a:cs typeface="Noto Sans KR"/>
                <a:sym typeface="Noto Sans KR"/>
              </a:rPr>
              <a:t>근무시간 자동 계산</a:t>
            </a:r>
            <a:endParaRPr b="1" sz="1500">
              <a:solidFill>
                <a:srgbClr val="000000"/>
              </a:solidFill>
              <a:latin typeface="Noto Sans KR"/>
              <a:ea typeface="Noto Sans KR"/>
              <a:cs typeface="Noto Sans KR"/>
              <a:sym typeface="Noto Sans KR"/>
            </a:endParaRPr>
          </a:p>
          <a:p>
            <a:pPr indent="-323850" lvl="0" marL="457200" rtl="0" algn="l">
              <a:lnSpc>
                <a:spcPct val="115000"/>
              </a:lnSpc>
              <a:spcBef>
                <a:spcPts val="0"/>
              </a:spcBef>
              <a:spcAft>
                <a:spcPts val="0"/>
              </a:spcAft>
              <a:buClr>
                <a:srgbClr val="000000"/>
              </a:buClr>
              <a:buSzPts val="1500"/>
              <a:buFont typeface="Noto Sans KR"/>
              <a:buChar char="●"/>
            </a:pPr>
            <a:r>
              <a:rPr lang="ko" sz="1500">
                <a:solidFill>
                  <a:srgbClr val="000000"/>
                </a:solidFill>
                <a:latin typeface="Noto Sans KR"/>
                <a:ea typeface="Noto Sans KR"/>
                <a:cs typeface="Noto Sans KR"/>
                <a:sym typeface="Noto Sans KR"/>
              </a:rPr>
              <a:t>실제 오늘 </a:t>
            </a:r>
            <a:r>
              <a:rPr b="1" lang="ko" sz="1500">
                <a:solidFill>
                  <a:srgbClr val="000000"/>
                </a:solidFill>
                <a:latin typeface="Noto Sans KR"/>
                <a:ea typeface="Noto Sans KR"/>
                <a:cs typeface="Noto Sans KR"/>
                <a:sym typeface="Noto Sans KR"/>
              </a:rPr>
              <a:t>날짜 자동입력</a:t>
            </a:r>
            <a:endParaRPr b="1" sz="1500">
              <a:solidFill>
                <a:srgbClr val="000000"/>
              </a:solidFill>
              <a:latin typeface="Noto Sans KR"/>
              <a:ea typeface="Noto Sans KR"/>
              <a:cs typeface="Noto Sans KR"/>
              <a:sym typeface="Noto Sans KR"/>
            </a:endParaRPr>
          </a:p>
          <a:p>
            <a:pPr indent="-323850" lvl="0" marL="457200" rtl="0" algn="l">
              <a:lnSpc>
                <a:spcPct val="115000"/>
              </a:lnSpc>
              <a:spcBef>
                <a:spcPts val="0"/>
              </a:spcBef>
              <a:spcAft>
                <a:spcPts val="0"/>
              </a:spcAft>
              <a:buClr>
                <a:srgbClr val="000000"/>
              </a:buClr>
              <a:buSzPts val="1500"/>
              <a:buFont typeface="Noto Sans KR"/>
              <a:buChar char="●"/>
            </a:pPr>
            <a:r>
              <a:rPr lang="ko" sz="1500">
                <a:solidFill>
                  <a:srgbClr val="000000"/>
                </a:solidFill>
                <a:latin typeface="Noto Sans KR"/>
                <a:ea typeface="Noto Sans KR"/>
                <a:cs typeface="Noto Sans KR"/>
                <a:sym typeface="Noto Sans KR"/>
              </a:rPr>
              <a:t>초과근무 체크 시</a:t>
            </a:r>
            <a:endParaRPr sz="1500">
              <a:latin typeface="Noto Sans KR"/>
              <a:ea typeface="Noto Sans KR"/>
              <a:cs typeface="Noto Sans KR"/>
              <a:sym typeface="Noto Sans KR"/>
            </a:endParaRPr>
          </a:p>
          <a:p>
            <a:pPr indent="0" lvl="0" marL="457200" rtl="0" algn="l">
              <a:lnSpc>
                <a:spcPct val="115000"/>
              </a:lnSpc>
              <a:spcBef>
                <a:spcPts val="0"/>
              </a:spcBef>
              <a:spcAft>
                <a:spcPts val="0"/>
              </a:spcAft>
              <a:buNone/>
            </a:pPr>
            <a:r>
              <a:rPr b="1" lang="ko" sz="1500">
                <a:latin typeface="Noto Sans KR"/>
                <a:ea typeface="Noto Sans KR"/>
                <a:cs typeface="Noto Sans KR"/>
                <a:sym typeface="Noto Sans KR"/>
              </a:rPr>
              <a:t>‘시간’ 및 ‘수당’ 입력란 자동 표시</a:t>
            </a:r>
            <a:endParaRPr b="1" sz="1500">
              <a:latin typeface="Noto Sans KR"/>
              <a:ea typeface="Noto Sans KR"/>
              <a:cs typeface="Noto Sans KR"/>
              <a:sym typeface="Noto Sans KR"/>
            </a:endParaRPr>
          </a:p>
          <a:p>
            <a:pPr indent="0" lvl="0" marL="457200" rtl="0" algn="l">
              <a:lnSpc>
                <a:spcPct val="115000"/>
              </a:lnSpc>
              <a:spcBef>
                <a:spcPts val="0"/>
              </a:spcBef>
              <a:spcAft>
                <a:spcPts val="0"/>
              </a:spcAft>
              <a:buNone/>
            </a:pPr>
            <a:r>
              <a:t/>
            </a:r>
            <a:endParaRPr sz="1500">
              <a:solidFill>
                <a:srgbClr val="000000"/>
              </a:solidFill>
              <a:latin typeface="Noto Sans KR"/>
              <a:ea typeface="Noto Sans KR"/>
              <a:cs typeface="Noto Sans KR"/>
              <a:sym typeface="Noto Sans KR"/>
            </a:endParaRPr>
          </a:p>
          <a:p>
            <a:pPr indent="-323850" lvl="0" marL="457200" rtl="0" algn="l">
              <a:lnSpc>
                <a:spcPct val="115000"/>
              </a:lnSpc>
              <a:spcBef>
                <a:spcPts val="0"/>
              </a:spcBef>
              <a:spcAft>
                <a:spcPts val="0"/>
              </a:spcAft>
              <a:buClr>
                <a:srgbClr val="000000"/>
              </a:buClr>
              <a:buSzPts val="1500"/>
              <a:buFont typeface="Noto Sans KR"/>
              <a:buAutoNum type="arabicParenR"/>
            </a:pPr>
            <a:r>
              <a:rPr b="1" lang="ko" sz="1500">
                <a:solidFill>
                  <a:srgbClr val="000000"/>
                </a:solidFill>
                <a:latin typeface="Noto Sans KR"/>
                <a:ea typeface="Noto Sans KR"/>
                <a:cs typeface="Noto Sans KR"/>
                <a:sym typeface="Noto Sans KR"/>
              </a:rPr>
              <a:t>휴가 </a:t>
            </a:r>
            <a:r>
              <a:rPr b="1" lang="ko" sz="1500">
                <a:latin typeface="Noto Sans KR"/>
                <a:ea typeface="Noto Sans KR"/>
                <a:cs typeface="Noto Sans KR"/>
                <a:sym typeface="Noto Sans KR"/>
              </a:rPr>
              <a:t>등록</a:t>
            </a:r>
            <a:endParaRPr b="1" sz="1500">
              <a:solidFill>
                <a:srgbClr val="000000"/>
              </a:solidFill>
              <a:latin typeface="Noto Sans KR"/>
              <a:ea typeface="Noto Sans KR"/>
              <a:cs typeface="Noto Sans KR"/>
              <a:sym typeface="Noto Sans KR"/>
            </a:endParaRPr>
          </a:p>
          <a:p>
            <a:pPr indent="-323850" lvl="0" marL="457200" rtl="0" algn="l">
              <a:lnSpc>
                <a:spcPct val="115000"/>
              </a:lnSpc>
              <a:spcBef>
                <a:spcPts val="0"/>
              </a:spcBef>
              <a:spcAft>
                <a:spcPts val="0"/>
              </a:spcAft>
              <a:buClr>
                <a:srgbClr val="000000"/>
              </a:buClr>
              <a:buSzPts val="1500"/>
              <a:buFont typeface="Noto Sans KR"/>
              <a:buChar char="●"/>
            </a:pPr>
            <a:r>
              <a:rPr lang="ko" sz="1500">
                <a:solidFill>
                  <a:srgbClr val="000000"/>
                </a:solidFill>
                <a:latin typeface="Noto Sans KR"/>
                <a:ea typeface="Noto Sans KR"/>
                <a:cs typeface="Noto Sans KR"/>
                <a:sym typeface="Noto Sans KR"/>
              </a:rPr>
              <a:t>휴가 등록할 경우 </a:t>
            </a:r>
            <a:r>
              <a:rPr b="1" lang="ko" sz="1500">
                <a:solidFill>
                  <a:srgbClr val="000000"/>
                </a:solidFill>
                <a:latin typeface="Noto Sans KR"/>
                <a:ea typeface="Noto Sans KR"/>
                <a:cs typeface="Noto Sans KR"/>
                <a:sym typeface="Noto Sans KR"/>
              </a:rPr>
              <a:t>기존 출퇴근 내역 </a:t>
            </a:r>
            <a:r>
              <a:rPr b="1" lang="ko" sz="1500">
                <a:latin typeface="Noto Sans KR"/>
                <a:ea typeface="Noto Sans KR"/>
                <a:cs typeface="Noto Sans KR"/>
                <a:sym typeface="Noto Sans KR"/>
              </a:rPr>
              <a:t>자동 </a:t>
            </a:r>
            <a:r>
              <a:rPr b="1" lang="ko" sz="1500">
                <a:solidFill>
                  <a:srgbClr val="000000"/>
                </a:solidFill>
                <a:latin typeface="Noto Sans KR"/>
                <a:ea typeface="Noto Sans KR"/>
                <a:cs typeface="Noto Sans KR"/>
                <a:sym typeface="Noto Sans KR"/>
              </a:rPr>
              <a:t>삭제</a:t>
            </a:r>
            <a:endParaRPr sz="1500">
              <a:latin typeface="Noto Sans KR"/>
              <a:ea typeface="Noto Sans KR"/>
              <a:cs typeface="Noto Sans KR"/>
              <a:sym typeface="Noto Sans KR"/>
            </a:endParaRPr>
          </a:p>
          <a:p>
            <a:pPr indent="-323850" lvl="0" marL="457200" rtl="0" algn="l">
              <a:lnSpc>
                <a:spcPct val="115000"/>
              </a:lnSpc>
              <a:spcBef>
                <a:spcPts val="0"/>
              </a:spcBef>
              <a:spcAft>
                <a:spcPts val="0"/>
              </a:spcAft>
              <a:buClr>
                <a:srgbClr val="000000"/>
              </a:buClr>
              <a:buSzPts val="1500"/>
              <a:buFont typeface="Noto Sans KR"/>
              <a:buChar char="●"/>
            </a:pPr>
            <a:r>
              <a:rPr b="1" lang="ko" sz="1500">
                <a:solidFill>
                  <a:srgbClr val="000000"/>
                </a:solidFill>
                <a:latin typeface="Noto Sans KR"/>
                <a:ea typeface="Noto Sans KR"/>
                <a:cs typeface="Noto Sans KR"/>
                <a:sym typeface="Noto Sans KR"/>
              </a:rPr>
              <a:t>조건 조회</a:t>
            </a:r>
            <a:r>
              <a:rPr lang="ko" sz="1500">
                <a:solidFill>
                  <a:srgbClr val="000000"/>
                </a:solidFill>
                <a:latin typeface="Noto Sans KR"/>
                <a:ea typeface="Noto Sans KR"/>
                <a:cs typeface="Noto Sans KR"/>
                <a:sym typeface="Noto Sans KR"/>
              </a:rPr>
              <a:t> 가능 (월별, 사원별)</a:t>
            </a:r>
            <a:endParaRPr sz="1500">
              <a:latin typeface="Noto Sans KR"/>
              <a:ea typeface="Noto Sans KR"/>
              <a:cs typeface="Noto Sans KR"/>
              <a:sym typeface="Noto Sans KR"/>
            </a:endParaRPr>
          </a:p>
          <a:p>
            <a:pPr indent="-323850" lvl="0" marL="457200" rtl="0" algn="l">
              <a:lnSpc>
                <a:spcPct val="115000"/>
              </a:lnSpc>
              <a:spcBef>
                <a:spcPts val="0"/>
              </a:spcBef>
              <a:spcAft>
                <a:spcPts val="0"/>
              </a:spcAft>
              <a:buSzPts val="1500"/>
              <a:buFont typeface="Noto Sans KR"/>
              <a:buChar char="●"/>
            </a:pPr>
            <a:r>
              <a:rPr lang="ko" sz="1500">
                <a:latin typeface="Noto Sans KR"/>
                <a:ea typeface="Noto Sans KR"/>
                <a:cs typeface="Noto Sans KR"/>
                <a:sym typeface="Noto Sans KR"/>
              </a:rPr>
              <a:t>수정 폼 기존 내용 유지 → </a:t>
            </a:r>
            <a:r>
              <a:rPr b="1" lang="ko" sz="1500">
                <a:latin typeface="Noto Sans KR"/>
                <a:ea typeface="Noto Sans KR"/>
                <a:cs typeface="Noto Sans KR"/>
                <a:sym typeface="Noto Sans KR"/>
              </a:rPr>
              <a:t>필요한 부분만 변경</a:t>
            </a:r>
            <a:endParaRPr b="1" sz="1500">
              <a:solidFill>
                <a:srgbClr val="000000"/>
              </a:solidFill>
              <a:latin typeface="Noto Sans KR"/>
              <a:ea typeface="Noto Sans KR"/>
              <a:cs typeface="Noto Sans KR"/>
              <a:sym typeface="Noto Sans KR"/>
            </a:endParaRPr>
          </a:p>
        </p:txBody>
      </p:sp>
      <p:sp>
        <p:nvSpPr>
          <p:cNvPr id="643" name="Google Shape;643;p46"/>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pic>
        <p:nvPicPr>
          <p:cNvPr id="644" name="Google Shape;644;p46"/>
          <p:cNvPicPr preferRelativeResize="0"/>
          <p:nvPr/>
        </p:nvPicPr>
        <p:blipFill rotWithShape="1">
          <a:blip r:embed="rId6">
            <a:alphaModFix/>
          </a:blip>
          <a:srcRect b="0" l="0" r="0" t="0"/>
          <a:stretch/>
        </p:blipFill>
        <p:spPr>
          <a:xfrm>
            <a:off x="211680" y="193974"/>
            <a:ext cx="3351334" cy="1254119"/>
          </a:xfrm>
          <a:prstGeom prst="rect">
            <a:avLst/>
          </a:prstGeom>
          <a:noFill/>
          <a:ln>
            <a:noFill/>
          </a:ln>
        </p:spPr>
      </p:pic>
      <p:sp>
        <p:nvSpPr>
          <p:cNvPr id="645" name="Google Shape;645;p46"/>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646" name="Google Shape;646;p46"/>
          <p:cNvSpPr/>
          <p:nvPr/>
        </p:nvSpPr>
        <p:spPr>
          <a:xfrm>
            <a:off x="245358" y="1272050"/>
            <a:ext cx="20487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3</a:t>
            </a:r>
            <a:r>
              <a:rPr b="1" lang="ko" sz="1700">
                <a:solidFill>
                  <a:srgbClr val="FFFFFF"/>
                </a:solidFill>
                <a:latin typeface="Noto Sans KR"/>
                <a:ea typeface="Noto Sans KR"/>
                <a:cs typeface="Noto Sans KR"/>
                <a:sym typeface="Noto Sans KR"/>
              </a:rPr>
              <a:t>. 근태관리</a:t>
            </a:r>
            <a:endParaRPr b="1" sz="1700">
              <a:solidFill>
                <a:srgbClr val="FFFFFF"/>
              </a:solidFill>
              <a:latin typeface="Noto Sans KR"/>
              <a:ea typeface="Noto Sans KR"/>
              <a:cs typeface="Noto Sans KR"/>
              <a:sym typeface="Noto Sans KR"/>
            </a:endParaRPr>
          </a:p>
        </p:txBody>
      </p:sp>
      <p:pic>
        <p:nvPicPr>
          <p:cNvPr id="647" name="Google Shape;647;p46"/>
          <p:cNvPicPr preferRelativeResize="0"/>
          <p:nvPr/>
        </p:nvPicPr>
        <p:blipFill rotWithShape="1">
          <a:blip r:embed="rId7">
            <a:alphaModFix/>
          </a:blip>
          <a:srcRect b="41208" l="16095" r="64062" t="20642"/>
          <a:stretch/>
        </p:blipFill>
        <p:spPr>
          <a:xfrm>
            <a:off x="7060408" y="781950"/>
            <a:ext cx="2011288" cy="2416893"/>
          </a:xfrm>
          <a:prstGeom prst="rect">
            <a:avLst/>
          </a:prstGeom>
          <a:noFill/>
          <a:ln>
            <a:noFill/>
          </a:ln>
        </p:spPr>
      </p:pic>
      <p:sp>
        <p:nvSpPr>
          <p:cNvPr id="648" name="Google Shape;648;p46"/>
          <p:cNvSpPr/>
          <p:nvPr/>
        </p:nvSpPr>
        <p:spPr>
          <a:xfrm>
            <a:off x="7042825" y="782812"/>
            <a:ext cx="2011200" cy="2415300"/>
          </a:xfrm>
          <a:prstGeom prst="roundRect">
            <a:avLst>
              <a:gd fmla="val 5000" name="adj"/>
            </a:avLst>
          </a:prstGeom>
          <a:noFill/>
          <a:ln cap="flat" cmpd="sng" w="190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9" name="Google Shape;649;p46"/>
          <p:cNvSpPr/>
          <p:nvPr/>
        </p:nvSpPr>
        <p:spPr>
          <a:xfrm>
            <a:off x="4846209" y="2411837"/>
            <a:ext cx="1182600" cy="5682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0" name="Google Shape;650;p46"/>
          <p:cNvSpPr/>
          <p:nvPr/>
        </p:nvSpPr>
        <p:spPr>
          <a:xfrm>
            <a:off x="7132341" y="1323847"/>
            <a:ext cx="540900" cy="4296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1" name="Google Shape;651;p46"/>
          <p:cNvSpPr/>
          <p:nvPr/>
        </p:nvSpPr>
        <p:spPr>
          <a:xfrm>
            <a:off x="4778708" y="3079883"/>
            <a:ext cx="2127000" cy="1631400"/>
          </a:xfrm>
          <a:prstGeom prst="roundRect">
            <a:avLst>
              <a:gd fmla="val 5000" name="adj"/>
            </a:avLst>
          </a:prstGeom>
          <a:noFill/>
          <a:ln cap="flat" cmpd="sng" w="190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2" name="Google Shape;652;p46"/>
          <p:cNvSpPr/>
          <p:nvPr/>
        </p:nvSpPr>
        <p:spPr>
          <a:xfrm>
            <a:off x="4782575" y="782799"/>
            <a:ext cx="2127000" cy="2246100"/>
          </a:xfrm>
          <a:prstGeom prst="roundRect">
            <a:avLst>
              <a:gd fmla="val 5000" name="adj"/>
            </a:avLst>
          </a:prstGeom>
          <a:noFill/>
          <a:ln cap="flat" cmpd="sng" w="190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3" name="Google Shape;653;p46"/>
          <p:cNvSpPr/>
          <p:nvPr/>
        </p:nvSpPr>
        <p:spPr>
          <a:xfrm>
            <a:off x="4828909" y="3674092"/>
            <a:ext cx="771300" cy="10077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p46"/>
          <p:cNvSpPr txBox="1"/>
          <p:nvPr/>
        </p:nvSpPr>
        <p:spPr>
          <a:xfrm>
            <a:off x="4896263" y="417043"/>
            <a:ext cx="1926600" cy="38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300">
                <a:solidFill>
                  <a:srgbClr val="1F497D"/>
                </a:solidFill>
                <a:latin typeface="Noto Sans KR"/>
                <a:ea typeface="Noto Sans KR"/>
                <a:cs typeface="Noto Sans KR"/>
                <a:sym typeface="Noto Sans KR"/>
              </a:rPr>
              <a:t>&lt;출퇴근 등록&gt;</a:t>
            </a:r>
            <a:endParaRPr b="1" sz="1300">
              <a:solidFill>
                <a:srgbClr val="1F497D"/>
              </a:solidFill>
              <a:latin typeface="Noto Sans KR"/>
              <a:ea typeface="Noto Sans KR"/>
              <a:cs typeface="Noto Sans KR"/>
              <a:sym typeface="Noto Sans KR"/>
            </a:endParaRPr>
          </a:p>
        </p:txBody>
      </p:sp>
      <p:cxnSp>
        <p:nvCxnSpPr>
          <p:cNvPr id="655" name="Google Shape;655;p46"/>
          <p:cNvCxnSpPr/>
          <p:nvPr/>
        </p:nvCxnSpPr>
        <p:spPr>
          <a:xfrm>
            <a:off x="5533812" y="2969475"/>
            <a:ext cx="0" cy="627900"/>
          </a:xfrm>
          <a:prstGeom prst="straightConnector1">
            <a:avLst/>
          </a:prstGeom>
          <a:noFill/>
          <a:ln cap="flat" cmpd="sng" w="19050">
            <a:solidFill>
              <a:srgbClr val="FB1502"/>
            </a:solidFill>
            <a:prstDash val="solid"/>
            <a:round/>
            <a:headEnd len="med" w="med" type="none"/>
            <a:tailEnd len="med" w="med" type="none"/>
          </a:ln>
        </p:spPr>
      </p:cxnSp>
      <p:sp>
        <p:nvSpPr>
          <p:cNvPr id="656" name="Google Shape;656;p46"/>
          <p:cNvSpPr/>
          <p:nvPr/>
        </p:nvSpPr>
        <p:spPr>
          <a:xfrm rot="10800000">
            <a:off x="5467100" y="3554843"/>
            <a:ext cx="138600" cy="101400"/>
          </a:xfrm>
          <a:prstGeom prst="triangle">
            <a:avLst>
              <a:gd fmla="val 50000" name="adj"/>
            </a:avLst>
          </a:prstGeom>
          <a:solidFill>
            <a:srgbClr val="FB150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7" name="Google Shape;657;p46"/>
          <p:cNvSpPr txBox="1"/>
          <p:nvPr/>
        </p:nvSpPr>
        <p:spPr>
          <a:xfrm>
            <a:off x="7102738" y="417043"/>
            <a:ext cx="1926600" cy="38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300">
                <a:solidFill>
                  <a:srgbClr val="1F497D"/>
                </a:solidFill>
                <a:latin typeface="Noto Sans KR"/>
                <a:ea typeface="Noto Sans KR"/>
                <a:cs typeface="Noto Sans KR"/>
                <a:sym typeface="Noto Sans KR"/>
              </a:rPr>
              <a:t>&lt;휴가 등록&gt;</a:t>
            </a:r>
            <a:endParaRPr b="1" sz="1300">
              <a:solidFill>
                <a:srgbClr val="1F497D"/>
              </a:solidFill>
              <a:latin typeface="Noto Sans KR"/>
              <a:ea typeface="Noto Sans KR"/>
              <a:cs typeface="Noto Sans KR"/>
              <a:sym typeface="Noto Sans K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661" name="Shape 661"/>
        <p:cNvGrpSpPr/>
        <p:nvPr/>
      </p:nvGrpSpPr>
      <p:grpSpPr>
        <a:xfrm>
          <a:off x="0" y="0"/>
          <a:ext cx="0" cy="0"/>
          <a:chOff x="0" y="0"/>
          <a:chExt cx="0" cy="0"/>
        </a:xfrm>
      </p:grpSpPr>
      <p:pic>
        <p:nvPicPr>
          <p:cNvPr id="662" name="Google Shape;662;p47"/>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663" name="Google Shape;663;p47"/>
          <p:cNvPicPr preferRelativeResize="0"/>
          <p:nvPr/>
        </p:nvPicPr>
        <p:blipFill>
          <a:blip r:embed="rId4">
            <a:alphaModFix/>
          </a:blip>
          <a:stretch>
            <a:fillRect/>
          </a:stretch>
        </p:blipFill>
        <p:spPr>
          <a:xfrm>
            <a:off x="3692675" y="483450"/>
            <a:ext cx="5437621" cy="1935378"/>
          </a:xfrm>
          <a:prstGeom prst="rect">
            <a:avLst/>
          </a:prstGeom>
          <a:noFill/>
          <a:ln>
            <a:noFill/>
          </a:ln>
        </p:spPr>
      </p:pic>
      <p:pic>
        <p:nvPicPr>
          <p:cNvPr id="664" name="Google Shape;664;p47"/>
          <p:cNvPicPr preferRelativeResize="0"/>
          <p:nvPr/>
        </p:nvPicPr>
        <p:blipFill rotWithShape="1">
          <a:blip r:embed="rId5">
            <a:alphaModFix/>
          </a:blip>
          <a:srcRect b="2238" l="0" r="0" t="0"/>
          <a:stretch/>
        </p:blipFill>
        <p:spPr>
          <a:xfrm>
            <a:off x="4582542" y="1304789"/>
            <a:ext cx="3731283" cy="3839785"/>
          </a:xfrm>
          <a:prstGeom prst="rect">
            <a:avLst/>
          </a:prstGeom>
          <a:noFill/>
          <a:ln cap="flat" cmpd="sng" w="9525">
            <a:solidFill>
              <a:srgbClr val="1F497D"/>
            </a:solidFill>
            <a:prstDash val="solid"/>
            <a:round/>
            <a:headEnd len="sm" w="sm" type="none"/>
            <a:tailEnd len="sm" w="sm" type="none"/>
          </a:ln>
        </p:spPr>
      </p:pic>
      <p:sp>
        <p:nvSpPr>
          <p:cNvPr id="665" name="Google Shape;665;p47"/>
          <p:cNvSpPr/>
          <p:nvPr/>
        </p:nvSpPr>
        <p:spPr>
          <a:xfrm flipH="1" rot="10800000">
            <a:off x="3780903" y="1164210"/>
            <a:ext cx="5334600" cy="127200"/>
          </a:xfrm>
          <a:prstGeom prst="trapezoid">
            <a:avLst>
              <a:gd fmla="val 632373" name="adj"/>
            </a:avLst>
          </a:prstGeom>
          <a:solidFill>
            <a:srgbClr val="3F3F3F">
              <a:alpha val="67840"/>
            </a:srgbClr>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6" name="Google Shape;666;p47"/>
          <p:cNvSpPr/>
          <p:nvPr/>
        </p:nvSpPr>
        <p:spPr>
          <a:xfrm>
            <a:off x="3706233" y="485693"/>
            <a:ext cx="5437800" cy="678900"/>
          </a:xfrm>
          <a:prstGeom prst="rect">
            <a:avLst/>
          </a:prstGeom>
          <a:solidFill>
            <a:srgbClr val="000000">
              <a:alpha val="0"/>
            </a:srgbClr>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7" name="Google Shape;667;p47"/>
          <p:cNvSpPr txBox="1"/>
          <p:nvPr/>
        </p:nvSpPr>
        <p:spPr>
          <a:xfrm>
            <a:off x="153851" y="1744775"/>
            <a:ext cx="3409200" cy="13698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000000"/>
              </a:buClr>
              <a:buSzPts val="1500"/>
              <a:buFont typeface="Noto Sans KR"/>
              <a:buChar char="●"/>
            </a:pPr>
            <a:r>
              <a:rPr lang="ko" sz="1500">
                <a:latin typeface="Noto Sans KR"/>
                <a:ea typeface="Noto Sans KR"/>
                <a:cs typeface="Noto Sans KR"/>
                <a:sym typeface="Noto Sans KR"/>
              </a:rPr>
              <a:t>계약서별 </a:t>
            </a:r>
            <a:r>
              <a:rPr b="1" lang="ko" sz="1500">
                <a:latin typeface="Noto Sans KR"/>
                <a:ea typeface="Noto Sans KR"/>
                <a:cs typeface="Noto Sans KR"/>
                <a:sym typeface="Noto Sans KR"/>
              </a:rPr>
              <a:t>‘</a:t>
            </a:r>
            <a:r>
              <a:rPr b="1" lang="ko" sz="1500">
                <a:latin typeface="Noto Sans KR"/>
                <a:ea typeface="Noto Sans KR"/>
                <a:cs typeface="Noto Sans KR"/>
                <a:sym typeface="Noto Sans KR"/>
              </a:rPr>
              <a:t>서명 요청’ 및</a:t>
            </a:r>
            <a:endParaRPr b="1" sz="1500">
              <a:latin typeface="Noto Sans KR"/>
              <a:ea typeface="Noto Sans KR"/>
              <a:cs typeface="Noto Sans KR"/>
              <a:sym typeface="Noto Sans KR"/>
            </a:endParaRPr>
          </a:p>
          <a:p>
            <a:pPr indent="457200" lvl="0" marL="0" rtl="0" algn="l">
              <a:lnSpc>
                <a:spcPct val="115000"/>
              </a:lnSpc>
              <a:spcBef>
                <a:spcPts val="0"/>
              </a:spcBef>
              <a:spcAft>
                <a:spcPts val="0"/>
              </a:spcAft>
              <a:buNone/>
            </a:pPr>
            <a:r>
              <a:rPr b="1" lang="ko" sz="1500">
                <a:latin typeface="Noto Sans KR"/>
                <a:ea typeface="Noto Sans KR"/>
                <a:cs typeface="Noto Sans KR"/>
                <a:sym typeface="Noto Sans KR"/>
              </a:rPr>
              <a:t>‘서명 완료’ 여부 관리</a:t>
            </a:r>
            <a:endParaRPr b="1" sz="1500">
              <a:latin typeface="Noto Sans KR"/>
              <a:ea typeface="Noto Sans KR"/>
              <a:cs typeface="Noto Sans KR"/>
              <a:sym typeface="Noto Sans KR"/>
            </a:endParaRPr>
          </a:p>
          <a:p>
            <a:pPr indent="-323850" lvl="0" marL="457200" rtl="0" algn="l">
              <a:lnSpc>
                <a:spcPct val="115000"/>
              </a:lnSpc>
              <a:spcBef>
                <a:spcPts val="0"/>
              </a:spcBef>
              <a:spcAft>
                <a:spcPts val="0"/>
              </a:spcAft>
              <a:buClr>
                <a:srgbClr val="000000"/>
              </a:buClr>
              <a:buSzPts val="1500"/>
              <a:buFont typeface="Noto Sans KR"/>
              <a:buChar char="●"/>
            </a:pPr>
            <a:r>
              <a:rPr lang="ko" sz="1500">
                <a:solidFill>
                  <a:schemeClr val="dk1"/>
                </a:solidFill>
                <a:latin typeface="Noto Sans KR"/>
                <a:ea typeface="Noto Sans KR"/>
                <a:cs typeface="Noto Sans KR"/>
                <a:sym typeface="Noto Sans KR"/>
              </a:rPr>
              <a:t>수정 폼 기존 내용 유지</a:t>
            </a:r>
            <a:endParaRPr sz="1500">
              <a:solidFill>
                <a:schemeClr val="dk1"/>
              </a:solidFill>
              <a:latin typeface="Noto Sans KR"/>
              <a:ea typeface="Noto Sans KR"/>
              <a:cs typeface="Noto Sans KR"/>
              <a:sym typeface="Noto Sans KR"/>
            </a:endParaRPr>
          </a:p>
          <a:p>
            <a:pPr indent="457200" lvl="0" marL="0" rtl="0" algn="l">
              <a:lnSpc>
                <a:spcPct val="115000"/>
              </a:lnSpc>
              <a:spcBef>
                <a:spcPts val="0"/>
              </a:spcBef>
              <a:spcAft>
                <a:spcPts val="0"/>
              </a:spcAft>
              <a:buNone/>
            </a:pPr>
            <a:r>
              <a:rPr lang="ko" sz="1500">
                <a:solidFill>
                  <a:schemeClr val="dk1"/>
                </a:solidFill>
                <a:latin typeface="Noto Sans KR"/>
                <a:ea typeface="Noto Sans KR"/>
                <a:cs typeface="Noto Sans KR"/>
                <a:sym typeface="Noto Sans KR"/>
              </a:rPr>
              <a:t>→ </a:t>
            </a:r>
            <a:r>
              <a:rPr b="1" lang="ko" sz="1500">
                <a:solidFill>
                  <a:schemeClr val="dk1"/>
                </a:solidFill>
                <a:latin typeface="Noto Sans KR"/>
                <a:ea typeface="Noto Sans KR"/>
                <a:cs typeface="Noto Sans KR"/>
                <a:sym typeface="Noto Sans KR"/>
              </a:rPr>
              <a:t>필요한 부분만 변경</a:t>
            </a:r>
            <a:endParaRPr sz="1500">
              <a:latin typeface="Noto Sans KR"/>
              <a:ea typeface="Noto Sans KR"/>
              <a:cs typeface="Noto Sans KR"/>
              <a:sym typeface="Noto Sans KR"/>
            </a:endParaRPr>
          </a:p>
        </p:txBody>
      </p:sp>
      <p:sp>
        <p:nvSpPr>
          <p:cNvPr id="668" name="Google Shape;668;p47"/>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pic>
        <p:nvPicPr>
          <p:cNvPr id="669" name="Google Shape;669;p47"/>
          <p:cNvPicPr preferRelativeResize="0"/>
          <p:nvPr/>
        </p:nvPicPr>
        <p:blipFill rotWithShape="1">
          <a:blip r:embed="rId6">
            <a:alphaModFix/>
          </a:blip>
          <a:srcRect b="0" l="0" r="0" t="0"/>
          <a:stretch/>
        </p:blipFill>
        <p:spPr>
          <a:xfrm>
            <a:off x="211680" y="193974"/>
            <a:ext cx="3351334" cy="1254119"/>
          </a:xfrm>
          <a:prstGeom prst="rect">
            <a:avLst/>
          </a:prstGeom>
          <a:noFill/>
          <a:ln>
            <a:noFill/>
          </a:ln>
        </p:spPr>
      </p:pic>
      <p:sp>
        <p:nvSpPr>
          <p:cNvPr id="670" name="Google Shape;670;p47"/>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671" name="Google Shape;671;p47"/>
          <p:cNvSpPr/>
          <p:nvPr/>
        </p:nvSpPr>
        <p:spPr>
          <a:xfrm>
            <a:off x="245358" y="1272050"/>
            <a:ext cx="20487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4. 근로계약서 관리</a:t>
            </a:r>
            <a:endParaRPr b="1" sz="1700">
              <a:solidFill>
                <a:srgbClr val="FFFFFF"/>
              </a:solidFill>
              <a:latin typeface="Noto Sans KR"/>
              <a:ea typeface="Noto Sans KR"/>
              <a:cs typeface="Noto Sans KR"/>
              <a:sym typeface="Noto Sans KR"/>
            </a:endParaRPr>
          </a:p>
        </p:txBody>
      </p:sp>
      <p:sp>
        <p:nvSpPr>
          <p:cNvPr id="672" name="Google Shape;672;p47"/>
          <p:cNvSpPr/>
          <p:nvPr/>
        </p:nvSpPr>
        <p:spPr>
          <a:xfrm>
            <a:off x="8700098" y="707938"/>
            <a:ext cx="430200" cy="226200"/>
          </a:xfrm>
          <a:prstGeom prst="rect">
            <a:avLst/>
          </a:prstGeom>
          <a:noFill/>
          <a:ln cap="flat" cmpd="sng" w="28575">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3" name="Google Shape;673;p47"/>
          <p:cNvSpPr/>
          <p:nvPr/>
        </p:nvSpPr>
        <p:spPr>
          <a:xfrm>
            <a:off x="4578867" y="1301576"/>
            <a:ext cx="3731400" cy="38397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677" name="Shape 677"/>
        <p:cNvGrpSpPr/>
        <p:nvPr/>
      </p:nvGrpSpPr>
      <p:grpSpPr>
        <a:xfrm>
          <a:off x="0" y="0"/>
          <a:ext cx="0" cy="0"/>
          <a:chOff x="0" y="0"/>
          <a:chExt cx="0" cy="0"/>
        </a:xfrm>
      </p:grpSpPr>
      <p:pic>
        <p:nvPicPr>
          <p:cNvPr id="678" name="Google Shape;678;p48"/>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679" name="Google Shape;679;p48"/>
          <p:cNvPicPr preferRelativeResize="0"/>
          <p:nvPr/>
        </p:nvPicPr>
        <p:blipFill rotWithShape="1">
          <a:blip r:embed="rId4">
            <a:alphaModFix/>
          </a:blip>
          <a:srcRect b="0" l="0" r="0" t="0"/>
          <a:stretch/>
        </p:blipFill>
        <p:spPr>
          <a:xfrm>
            <a:off x="3527610" y="4749279"/>
            <a:ext cx="1704824" cy="293191"/>
          </a:xfrm>
          <a:prstGeom prst="rect">
            <a:avLst/>
          </a:prstGeom>
          <a:noFill/>
          <a:ln>
            <a:noFill/>
          </a:ln>
        </p:spPr>
      </p:pic>
      <p:pic>
        <p:nvPicPr>
          <p:cNvPr id="680" name="Google Shape;680;p48"/>
          <p:cNvPicPr preferRelativeResize="0"/>
          <p:nvPr/>
        </p:nvPicPr>
        <p:blipFill rotWithShape="1">
          <a:blip r:embed="rId5">
            <a:alphaModFix/>
          </a:blip>
          <a:srcRect b="0" l="0" r="0" t="0"/>
          <a:stretch/>
        </p:blipFill>
        <p:spPr>
          <a:xfrm>
            <a:off x="211680" y="193974"/>
            <a:ext cx="3313238" cy="1254119"/>
          </a:xfrm>
          <a:prstGeom prst="rect">
            <a:avLst/>
          </a:prstGeom>
          <a:noFill/>
          <a:ln>
            <a:noFill/>
          </a:ln>
        </p:spPr>
      </p:pic>
      <p:sp>
        <p:nvSpPr>
          <p:cNvPr id="681" name="Google Shape;681;p48"/>
          <p:cNvSpPr txBox="1"/>
          <p:nvPr/>
        </p:nvSpPr>
        <p:spPr>
          <a:xfrm>
            <a:off x="3847152" y="3076579"/>
            <a:ext cx="3024300" cy="30780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t/>
            </a:r>
            <a:endParaRPr/>
          </a:p>
        </p:txBody>
      </p:sp>
      <p:sp>
        <p:nvSpPr>
          <p:cNvPr id="682" name="Google Shape;682;p48"/>
          <p:cNvSpPr txBox="1"/>
          <p:nvPr/>
        </p:nvSpPr>
        <p:spPr>
          <a:xfrm>
            <a:off x="165495" y="1682672"/>
            <a:ext cx="5559000" cy="2517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Font typeface="Noto Sans KR"/>
              <a:buChar char="●"/>
            </a:pPr>
            <a:r>
              <a:rPr lang="ko">
                <a:solidFill>
                  <a:srgbClr val="000000"/>
                </a:solidFill>
                <a:latin typeface="Noto Sans KR"/>
                <a:ea typeface="Noto Sans KR"/>
                <a:cs typeface="Noto Sans KR"/>
                <a:sym typeface="Noto Sans KR"/>
              </a:rPr>
              <a:t>수정 시 </a:t>
            </a:r>
            <a:r>
              <a:rPr b="1" lang="ko">
                <a:solidFill>
                  <a:srgbClr val="000000"/>
                </a:solidFill>
                <a:latin typeface="Noto Sans KR"/>
                <a:ea typeface="Noto Sans KR"/>
                <a:cs typeface="Noto Sans KR"/>
                <a:sym typeface="Noto Sans KR"/>
              </a:rPr>
              <a:t>모달창</a:t>
            </a:r>
            <a:endParaRPr b="1">
              <a:solidFill>
                <a:srgbClr val="000000"/>
              </a:solidFill>
              <a:latin typeface="Noto Sans KR"/>
              <a:ea typeface="Noto Sans KR"/>
              <a:cs typeface="Noto Sans KR"/>
              <a:sym typeface="Noto Sans KR"/>
            </a:endParaRPr>
          </a:p>
          <a:p>
            <a:pPr indent="-317500" lvl="0" marL="457200" rtl="0" algn="l">
              <a:lnSpc>
                <a:spcPct val="115000"/>
              </a:lnSpc>
              <a:spcBef>
                <a:spcPts val="0"/>
              </a:spcBef>
              <a:spcAft>
                <a:spcPts val="0"/>
              </a:spcAft>
              <a:buClr>
                <a:srgbClr val="000000"/>
              </a:buClr>
              <a:buSzPts val="1400"/>
              <a:buFont typeface="Noto Sans KR"/>
              <a:buChar char="●"/>
            </a:pPr>
            <a:r>
              <a:rPr lang="ko">
                <a:solidFill>
                  <a:srgbClr val="000000"/>
                </a:solidFill>
                <a:latin typeface="Noto Sans KR"/>
                <a:ea typeface="Noto Sans KR"/>
                <a:cs typeface="Noto Sans KR"/>
                <a:sym typeface="Noto Sans KR"/>
              </a:rPr>
              <a:t>수정 누르면</a:t>
            </a:r>
            <a:r>
              <a:rPr b="1" lang="ko">
                <a:solidFill>
                  <a:srgbClr val="000000"/>
                </a:solidFill>
                <a:latin typeface="Noto Sans KR"/>
                <a:ea typeface="Noto Sans KR"/>
                <a:cs typeface="Noto Sans KR"/>
                <a:sym typeface="Noto Sans KR"/>
              </a:rPr>
              <a:t> 전표 코드 </a:t>
            </a:r>
            <a:r>
              <a:rPr b="1" lang="ko">
                <a:latin typeface="Noto Sans KR"/>
                <a:ea typeface="Noto Sans KR"/>
                <a:cs typeface="Noto Sans KR"/>
                <a:sym typeface="Noto Sans KR"/>
              </a:rPr>
              <a:t>자동 </a:t>
            </a:r>
            <a:r>
              <a:rPr b="1" lang="ko">
                <a:solidFill>
                  <a:srgbClr val="000000"/>
                </a:solidFill>
                <a:latin typeface="Noto Sans KR"/>
                <a:ea typeface="Noto Sans KR"/>
                <a:cs typeface="Noto Sans KR"/>
                <a:sym typeface="Noto Sans KR"/>
              </a:rPr>
              <a:t>입력</a:t>
            </a:r>
            <a:endParaRPr b="1">
              <a:solidFill>
                <a:srgbClr val="000000"/>
              </a:solidFill>
              <a:latin typeface="Noto Sans KR"/>
              <a:ea typeface="Noto Sans KR"/>
              <a:cs typeface="Noto Sans KR"/>
              <a:sym typeface="Noto Sans KR"/>
            </a:endParaRPr>
          </a:p>
          <a:p>
            <a:pPr indent="-317500" lvl="0" marL="457200" rtl="0" algn="l">
              <a:lnSpc>
                <a:spcPct val="115000"/>
              </a:lnSpc>
              <a:spcBef>
                <a:spcPts val="0"/>
              </a:spcBef>
              <a:spcAft>
                <a:spcPts val="0"/>
              </a:spcAft>
              <a:buClr>
                <a:srgbClr val="000000"/>
              </a:buClr>
              <a:buSzPts val="1400"/>
              <a:buFont typeface="Noto Sans KR"/>
              <a:buChar char="●"/>
            </a:pPr>
            <a:r>
              <a:rPr lang="ko">
                <a:latin typeface="Noto Sans KR"/>
                <a:ea typeface="Noto Sans KR"/>
                <a:cs typeface="Noto Sans KR"/>
                <a:sym typeface="Noto Sans KR"/>
              </a:rPr>
              <a:t>데이터 미입력 방지, </a:t>
            </a:r>
            <a:r>
              <a:rPr lang="ko">
                <a:solidFill>
                  <a:srgbClr val="000000"/>
                </a:solidFill>
                <a:latin typeface="Noto Sans KR"/>
                <a:ea typeface="Noto Sans KR"/>
                <a:cs typeface="Noto Sans KR"/>
                <a:sym typeface="Noto Sans KR"/>
              </a:rPr>
              <a:t>수정사항 없을 경우 제출 불가</a:t>
            </a:r>
            <a:endParaRPr>
              <a:solidFill>
                <a:srgbClr val="000000"/>
              </a:solidFill>
              <a:latin typeface="Noto Sans KR"/>
              <a:ea typeface="Noto Sans KR"/>
              <a:cs typeface="Noto Sans KR"/>
              <a:sym typeface="Noto Sans KR"/>
            </a:endParaRPr>
          </a:p>
          <a:p>
            <a:pPr indent="-317500" lvl="0" marL="457200" rtl="0" algn="l">
              <a:lnSpc>
                <a:spcPct val="115000"/>
              </a:lnSpc>
              <a:spcBef>
                <a:spcPts val="0"/>
              </a:spcBef>
              <a:spcAft>
                <a:spcPts val="0"/>
              </a:spcAft>
              <a:buClr>
                <a:srgbClr val="000000"/>
              </a:buClr>
              <a:buSzPts val="1400"/>
              <a:buFont typeface="Noto Sans KR"/>
              <a:buChar char="●"/>
            </a:pPr>
            <a:r>
              <a:rPr lang="ko">
                <a:solidFill>
                  <a:srgbClr val="000000"/>
                </a:solidFill>
                <a:latin typeface="Noto Sans KR"/>
                <a:ea typeface="Noto Sans KR"/>
                <a:cs typeface="Noto Sans KR"/>
                <a:sym typeface="Noto Sans KR"/>
              </a:rPr>
              <a:t>하나의 url에서 </a:t>
            </a:r>
            <a:r>
              <a:rPr b="1" lang="ko">
                <a:solidFill>
                  <a:srgbClr val="000000"/>
                </a:solidFill>
                <a:latin typeface="Noto Sans KR"/>
                <a:ea typeface="Noto Sans KR"/>
                <a:cs typeface="Noto Sans KR"/>
                <a:sym typeface="Noto Sans KR"/>
              </a:rPr>
              <a:t>두개의 내용 함께 조회 가능</a:t>
            </a:r>
            <a:endParaRPr b="1">
              <a:solidFill>
                <a:srgbClr val="000000"/>
              </a:solidFill>
              <a:latin typeface="Noto Sans KR"/>
              <a:ea typeface="Noto Sans KR"/>
              <a:cs typeface="Noto Sans KR"/>
              <a:sym typeface="Noto Sans KR"/>
            </a:endParaRPr>
          </a:p>
          <a:p>
            <a:pPr indent="0" lvl="0" marL="0" rtl="0" algn="l">
              <a:lnSpc>
                <a:spcPct val="115000"/>
              </a:lnSpc>
              <a:spcBef>
                <a:spcPts val="0"/>
              </a:spcBef>
              <a:spcAft>
                <a:spcPts val="0"/>
              </a:spcAft>
              <a:buNone/>
            </a:pPr>
            <a:r>
              <a:t/>
            </a:r>
            <a:endParaRPr sz="1600">
              <a:solidFill>
                <a:srgbClr val="000000"/>
              </a:solidFill>
              <a:latin typeface="Noto Sans KR"/>
              <a:ea typeface="Noto Sans KR"/>
              <a:cs typeface="Noto Sans KR"/>
              <a:sym typeface="Noto Sans KR"/>
            </a:endParaRPr>
          </a:p>
        </p:txBody>
      </p:sp>
      <p:pic>
        <p:nvPicPr>
          <p:cNvPr id="683" name="Google Shape;683;p48"/>
          <p:cNvPicPr preferRelativeResize="0"/>
          <p:nvPr/>
        </p:nvPicPr>
        <p:blipFill rotWithShape="1">
          <a:blip r:embed="rId6">
            <a:alphaModFix/>
          </a:blip>
          <a:srcRect b="31978" l="15969" r="815" t="25422"/>
          <a:stretch/>
        </p:blipFill>
        <p:spPr>
          <a:xfrm>
            <a:off x="493700" y="2815775"/>
            <a:ext cx="8300424" cy="2327724"/>
          </a:xfrm>
          <a:prstGeom prst="rect">
            <a:avLst/>
          </a:prstGeom>
          <a:noFill/>
          <a:ln>
            <a:noFill/>
          </a:ln>
        </p:spPr>
      </p:pic>
      <p:sp>
        <p:nvSpPr>
          <p:cNvPr id="684" name="Google Shape;684;p48"/>
          <p:cNvSpPr txBox="1"/>
          <p:nvPr/>
        </p:nvSpPr>
        <p:spPr>
          <a:xfrm>
            <a:off x="4526050" y="1685175"/>
            <a:ext cx="4094100" cy="1143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rgbClr val="000000"/>
              </a:buClr>
              <a:buSzPts val="1400"/>
              <a:buFont typeface="Noto Sans KR"/>
              <a:buChar char="●"/>
            </a:pPr>
            <a:r>
              <a:rPr b="1" lang="ko">
                <a:latin typeface="Noto Sans KR"/>
                <a:ea typeface="Noto Sans KR"/>
                <a:cs typeface="Noto Sans KR"/>
                <a:sym typeface="Noto Sans KR"/>
              </a:rPr>
              <a:t>검색 및 조건 조회</a:t>
            </a:r>
            <a:r>
              <a:rPr lang="ko">
                <a:latin typeface="Noto Sans KR"/>
                <a:ea typeface="Noto Sans KR"/>
                <a:cs typeface="Noto Sans KR"/>
                <a:sym typeface="Noto Sans KR"/>
              </a:rPr>
              <a:t> 가능</a:t>
            </a:r>
            <a:endParaRPr>
              <a:solidFill>
                <a:srgbClr val="000000"/>
              </a:solidFill>
              <a:latin typeface="Noto Sans KR"/>
              <a:ea typeface="Noto Sans KR"/>
              <a:cs typeface="Noto Sans KR"/>
              <a:sym typeface="Noto Sans KR"/>
            </a:endParaRPr>
          </a:p>
          <a:p>
            <a:pPr indent="-317500" lvl="0" marL="457200" rtl="0" algn="l">
              <a:lnSpc>
                <a:spcPct val="115000"/>
              </a:lnSpc>
              <a:spcBef>
                <a:spcPts val="0"/>
              </a:spcBef>
              <a:spcAft>
                <a:spcPts val="0"/>
              </a:spcAft>
              <a:buClr>
                <a:srgbClr val="000000"/>
              </a:buClr>
              <a:buSzPts val="1400"/>
              <a:buFont typeface="Noto Sans KR"/>
              <a:buChar char="●"/>
            </a:pPr>
            <a:r>
              <a:rPr b="1" lang="ko">
                <a:solidFill>
                  <a:srgbClr val="000000"/>
                </a:solidFill>
                <a:latin typeface="Noto Sans KR"/>
                <a:ea typeface="Noto Sans KR"/>
                <a:cs typeface="Noto Sans KR"/>
                <a:sym typeface="Noto Sans KR"/>
              </a:rPr>
              <a:t>Excel export</a:t>
            </a:r>
            <a:r>
              <a:rPr lang="ko">
                <a:solidFill>
                  <a:srgbClr val="000000"/>
                </a:solidFill>
                <a:latin typeface="Noto Sans KR"/>
                <a:ea typeface="Noto Sans KR"/>
                <a:cs typeface="Noto Sans KR"/>
                <a:sym typeface="Noto Sans KR"/>
              </a:rPr>
              <a:t> 기능</a:t>
            </a:r>
            <a:endParaRPr>
              <a:solidFill>
                <a:srgbClr val="000000"/>
              </a:solidFill>
              <a:latin typeface="Noto Sans KR"/>
              <a:ea typeface="Noto Sans KR"/>
              <a:cs typeface="Noto Sans KR"/>
              <a:sym typeface="Noto Sans KR"/>
            </a:endParaRPr>
          </a:p>
          <a:p>
            <a:pPr indent="-317500" lvl="0" marL="457200" rtl="0" algn="l">
              <a:lnSpc>
                <a:spcPct val="115000"/>
              </a:lnSpc>
              <a:spcBef>
                <a:spcPts val="0"/>
              </a:spcBef>
              <a:spcAft>
                <a:spcPts val="0"/>
              </a:spcAft>
              <a:buClr>
                <a:srgbClr val="000000"/>
              </a:buClr>
              <a:buSzPts val="1400"/>
              <a:buFont typeface="Noto Sans KR"/>
              <a:buChar char="●"/>
            </a:pPr>
            <a:r>
              <a:rPr b="1" lang="ko">
                <a:solidFill>
                  <a:srgbClr val="000000"/>
                </a:solidFill>
                <a:latin typeface="Noto Sans KR"/>
                <a:ea typeface="Noto Sans KR"/>
                <a:cs typeface="Noto Sans KR"/>
                <a:sym typeface="Noto Sans KR"/>
              </a:rPr>
              <a:t>오늘 이후의 날짜만 선택</a:t>
            </a:r>
            <a:r>
              <a:rPr lang="ko">
                <a:solidFill>
                  <a:srgbClr val="000000"/>
                </a:solidFill>
                <a:latin typeface="Noto Sans KR"/>
                <a:ea typeface="Noto Sans KR"/>
                <a:cs typeface="Noto Sans KR"/>
                <a:sym typeface="Noto Sans KR"/>
              </a:rPr>
              <a:t> 가능</a:t>
            </a:r>
            <a:endParaRPr>
              <a:solidFill>
                <a:srgbClr val="000000"/>
              </a:solidFill>
              <a:latin typeface="Noto Sans KR"/>
              <a:ea typeface="Noto Sans KR"/>
              <a:cs typeface="Noto Sans KR"/>
              <a:sym typeface="Noto Sans KR"/>
            </a:endParaRPr>
          </a:p>
          <a:p>
            <a:pPr indent="0" lvl="0" marL="0" rtl="0" algn="l">
              <a:spcBef>
                <a:spcPts val="0"/>
              </a:spcBef>
              <a:spcAft>
                <a:spcPts val="0"/>
              </a:spcAft>
              <a:buNone/>
            </a:pPr>
            <a:r>
              <a:t/>
            </a:r>
            <a:endParaRPr/>
          </a:p>
        </p:txBody>
      </p:sp>
      <p:sp>
        <p:nvSpPr>
          <p:cNvPr id="685" name="Google Shape;685;p48"/>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686" name="Google Shape;686;p48"/>
          <p:cNvSpPr/>
          <p:nvPr/>
        </p:nvSpPr>
        <p:spPr>
          <a:xfrm>
            <a:off x="245358" y="1272050"/>
            <a:ext cx="20487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1</a:t>
            </a:r>
            <a:r>
              <a:rPr b="1" lang="ko" sz="1700">
                <a:solidFill>
                  <a:srgbClr val="FFFFFF"/>
                </a:solidFill>
                <a:latin typeface="Noto Sans KR"/>
                <a:ea typeface="Noto Sans KR"/>
                <a:cs typeface="Noto Sans KR"/>
                <a:sym typeface="Noto Sans KR"/>
              </a:rPr>
              <a:t>. 채권/채무 관리</a:t>
            </a:r>
            <a:endParaRPr b="1" sz="1700">
              <a:solidFill>
                <a:srgbClr val="FFFFFF"/>
              </a:solidFill>
              <a:latin typeface="Noto Sans KR"/>
              <a:ea typeface="Noto Sans KR"/>
              <a:cs typeface="Noto Sans KR"/>
              <a:sym typeface="Noto Sans KR"/>
            </a:endParaRPr>
          </a:p>
        </p:txBody>
      </p:sp>
      <p:sp>
        <p:nvSpPr>
          <p:cNvPr id="687" name="Google Shape;687;p48"/>
          <p:cNvSpPr/>
          <p:nvPr/>
        </p:nvSpPr>
        <p:spPr>
          <a:xfrm>
            <a:off x="586800" y="2786725"/>
            <a:ext cx="1350600" cy="3078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8" name="Google Shape;688;p48"/>
          <p:cNvSpPr/>
          <p:nvPr/>
        </p:nvSpPr>
        <p:spPr>
          <a:xfrm>
            <a:off x="5630975" y="2787275"/>
            <a:ext cx="1422600" cy="3078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9" name="Google Shape;689;p48"/>
          <p:cNvSpPr/>
          <p:nvPr/>
        </p:nvSpPr>
        <p:spPr>
          <a:xfrm>
            <a:off x="7089654" y="2787275"/>
            <a:ext cx="868800" cy="3078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693" name="Shape 693"/>
        <p:cNvGrpSpPr/>
        <p:nvPr/>
      </p:nvGrpSpPr>
      <p:grpSpPr>
        <a:xfrm>
          <a:off x="0" y="0"/>
          <a:ext cx="0" cy="0"/>
          <a:chOff x="0" y="0"/>
          <a:chExt cx="0" cy="0"/>
        </a:xfrm>
      </p:grpSpPr>
      <p:pic>
        <p:nvPicPr>
          <p:cNvPr id="694" name="Google Shape;694;p49"/>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695" name="Google Shape;695;p49"/>
          <p:cNvPicPr preferRelativeResize="0"/>
          <p:nvPr/>
        </p:nvPicPr>
        <p:blipFill rotWithShape="1">
          <a:blip r:embed="rId4">
            <a:alphaModFix/>
          </a:blip>
          <a:srcRect b="0" l="0" r="0" t="0"/>
          <a:stretch/>
        </p:blipFill>
        <p:spPr>
          <a:xfrm>
            <a:off x="211680" y="193974"/>
            <a:ext cx="3313238" cy="1254119"/>
          </a:xfrm>
          <a:prstGeom prst="rect">
            <a:avLst/>
          </a:prstGeom>
          <a:noFill/>
          <a:ln>
            <a:noFill/>
          </a:ln>
        </p:spPr>
      </p:pic>
      <p:sp>
        <p:nvSpPr>
          <p:cNvPr id="696" name="Google Shape;696;p49"/>
          <p:cNvSpPr txBox="1"/>
          <p:nvPr/>
        </p:nvSpPr>
        <p:spPr>
          <a:xfrm>
            <a:off x="3847152" y="3076579"/>
            <a:ext cx="3024300" cy="30780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t/>
            </a:r>
            <a:endParaRPr/>
          </a:p>
        </p:txBody>
      </p:sp>
      <p:sp>
        <p:nvSpPr>
          <p:cNvPr id="697" name="Google Shape;697;p49"/>
          <p:cNvSpPr txBox="1"/>
          <p:nvPr/>
        </p:nvSpPr>
        <p:spPr>
          <a:xfrm>
            <a:off x="317900" y="1758875"/>
            <a:ext cx="3207000" cy="819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Font typeface="Noto Sans KR"/>
              <a:buChar char="●"/>
            </a:pPr>
            <a:r>
              <a:rPr b="1" lang="ko">
                <a:solidFill>
                  <a:srgbClr val="000000"/>
                </a:solidFill>
                <a:latin typeface="Noto Sans KR"/>
                <a:ea typeface="Noto Sans KR"/>
                <a:cs typeface="Noto Sans KR"/>
                <a:sym typeface="Noto Sans KR"/>
              </a:rPr>
              <a:t>모달창</a:t>
            </a:r>
            <a:r>
              <a:rPr lang="ko">
                <a:solidFill>
                  <a:srgbClr val="000000"/>
                </a:solidFill>
                <a:latin typeface="Noto Sans KR"/>
                <a:ea typeface="Noto Sans KR"/>
                <a:cs typeface="Noto Sans KR"/>
                <a:sym typeface="Noto Sans KR"/>
              </a:rPr>
              <a:t>으로 상세내용 확인 가능</a:t>
            </a:r>
            <a:endParaRPr>
              <a:solidFill>
                <a:srgbClr val="000000"/>
              </a:solidFill>
              <a:latin typeface="Noto Sans KR"/>
              <a:ea typeface="Noto Sans KR"/>
              <a:cs typeface="Noto Sans KR"/>
              <a:sym typeface="Noto Sans KR"/>
            </a:endParaRPr>
          </a:p>
          <a:p>
            <a:pPr indent="-317500" lvl="0" marL="457200" rtl="0" algn="l">
              <a:lnSpc>
                <a:spcPct val="115000"/>
              </a:lnSpc>
              <a:spcBef>
                <a:spcPts val="0"/>
              </a:spcBef>
              <a:spcAft>
                <a:spcPts val="0"/>
              </a:spcAft>
              <a:buClr>
                <a:srgbClr val="000000"/>
              </a:buClr>
              <a:buSzPts val="1400"/>
              <a:buFont typeface="Noto Sans KR"/>
              <a:buChar char="●"/>
            </a:pPr>
            <a:r>
              <a:rPr b="1" lang="ko">
                <a:solidFill>
                  <a:srgbClr val="000000"/>
                </a:solidFill>
                <a:latin typeface="Noto Sans KR"/>
                <a:ea typeface="Noto Sans KR"/>
                <a:cs typeface="Noto Sans KR"/>
                <a:sym typeface="Noto Sans KR"/>
              </a:rPr>
              <a:t>인쇄</a:t>
            </a:r>
            <a:r>
              <a:rPr lang="ko">
                <a:solidFill>
                  <a:srgbClr val="000000"/>
                </a:solidFill>
                <a:latin typeface="Noto Sans KR"/>
                <a:ea typeface="Noto Sans KR"/>
                <a:cs typeface="Noto Sans KR"/>
                <a:sym typeface="Noto Sans KR"/>
              </a:rPr>
              <a:t>기능</a:t>
            </a:r>
            <a:endParaRPr>
              <a:solidFill>
                <a:srgbClr val="000000"/>
              </a:solidFill>
              <a:latin typeface="Noto Sans KR"/>
              <a:ea typeface="Noto Sans KR"/>
              <a:cs typeface="Noto Sans KR"/>
              <a:sym typeface="Noto Sans KR"/>
            </a:endParaRPr>
          </a:p>
          <a:p>
            <a:pPr indent="-317500" lvl="0" marL="457200" rtl="0" algn="l">
              <a:lnSpc>
                <a:spcPct val="115000"/>
              </a:lnSpc>
              <a:spcBef>
                <a:spcPts val="0"/>
              </a:spcBef>
              <a:spcAft>
                <a:spcPts val="0"/>
              </a:spcAft>
              <a:buClr>
                <a:srgbClr val="000000"/>
              </a:buClr>
              <a:buSzPts val="1400"/>
              <a:buFont typeface="Noto Sans KR"/>
              <a:buChar char="●"/>
            </a:pPr>
            <a:r>
              <a:rPr b="1" lang="ko">
                <a:solidFill>
                  <a:srgbClr val="000000"/>
                </a:solidFill>
                <a:latin typeface="Noto Sans KR"/>
                <a:ea typeface="Noto Sans KR"/>
                <a:cs typeface="Noto Sans KR"/>
                <a:sym typeface="Noto Sans KR"/>
              </a:rPr>
              <a:t>실시간 전표 갱신</a:t>
            </a:r>
            <a:r>
              <a:rPr lang="ko">
                <a:solidFill>
                  <a:srgbClr val="000000"/>
                </a:solidFill>
                <a:latin typeface="Noto Sans KR"/>
                <a:ea typeface="Noto Sans KR"/>
                <a:cs typeface="Noto Sans KR"/>
                <a:sym typeface="Noto Sans KR"/>
              </a:rPr>
              <a:t> 가능</a:t>
            </a:r>
            <a:endParaRPr>
              <a:solidFill>
                <a:srgbClr val="000000"/>
              </a:solidFill>
              <a:latin typeface="Noto Sans KR"/>
              <a:ea typeface="Noto Sans KR"/>
              <a:cs typeface="Noto Sans KR"/>
              <a:sym typeface="Noto Sans KR"/>
            </a:endParaRPr>
          </a:p>
        </p:txBody>
      </p:sp>
      <p:pic>
        <p:nvPicPr>
          <p:cNvPr id="698" name="Google Shape;698;p49"/>
          <p:cNvPicPr preferRelativeResize="0"/>
          <p:nvPr/>
        </p:nvPicPr>
        <p:blipFill rotWithShape="1">
          <a:blip r:embed="rId5">
            <a:alphaModFix/>
          </a:blip>
          <a:srcRect b="74944" l="0" r="0" t="0"/>
          <a:stretch/>
        </p:blipFill>
        <p:spPr>
          <a:xfrm>
            <a:off x="345925" y="2571750"/>
            <a:ext cx="7461327" cy="990424"/>
          </a:xfrm>
          <a:prstGeom prst="rect">
            <a:avLst/>
          </a:prstGeom>
          <a:noFill/>
          <a:ln>
            <a:noFill/>
          </a:ln>
        </p:spPr>
      </p:pic>
      <p:pic>
        <p:nvPicPr>
          <p:cNvPr id="699" name="Google Shape;699;p49"/>
          <p:cNvPicPr preferRelativeResize="0"/>
          <p:nvPr/>
        </p:nvPicPr>
        <p:blipFill rotWithShape="1">
          <a:blip r:embed="rId6">
            <a:alphaModFix/>
          </a:blip>
          <a:srcRect b="26184" l="21175" r="5273" t="2893"/>
          <a:stretch/>
        </p:blipFill>
        <p:spPr>
          <a:xfrm>
            <a:off x="6035900" y="208875"/>
            <a:ext cx="2684549" cy="2125826"/>
          </a:xfrm>
          <a:prstGeom prst="rect">
            <a:avLst/>
          </a:prstGeom>
          <a:noFill/>
          <a:ln>
            <a:noFill/>
          </a:ln>
        </p:spPr>
      </p:pic>
      <p:sp>
        <p:nvSpPr>
          <p:cNvPr id="700" name="Google Shape;700;p49"/>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701" name="Google Shape;701;p49"/>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702" name="Google Shape;702;p49"/>
          <p:cNvSpPr/>
          <p:nvPr/>
        </p:nvSpPr>
        <p:spPr>
          <a:xfrm>
            <a:off x="245358" y="1272050"/>
            <a:ext cx="20487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2. 전표 관리</a:t>
            </a:r>
            <a:endParaRPr b="1" sz="1700">
              <a:solidFill>
                <a:srgbClr val="FFFFFF"/>
              </a:solidFill>
              <a:latin typeface="Noto Sans KR"/>
              <a:ea typeface="Noto Sans KR"/>
              <a:cs typeface="Noto Sans KR"/>
              <a:sym typeface="Noto Sans KR"/>
            </a:endParaRPr>
          </a:p>
        </p:txBody>
      </p:sp>
      <p:pic>
        <p:nvPicPr>
          <p:cNvPr id="703" name="Google Shape;703;p49"/>
          <p:cNvPicPr preferRelativeResize="0"/>
          <p:nvPr/>
        </p:nvPicPr>
        <p:blipFill rotWithShape="1">
          <a:blip r:embed="rId5">
            <a:alphaModFix/>
          </a:blip>
          <a:srcRect b="1182" l="0" r="0" t="68660"/>
          <a:stretch/>
        </p:blipFill>
        <p:spPr>
          <a:xfrm>
            <a:off x="352573" y="3562176"/>
            <a:ext cx="7461327" cy="1192137"/>
          </a:xfrm>
          <a:prstGeom prst="rect">
            <a:avLst/>
          </a:prstGeom>
          <a:noFill/>
          <a:ln>
            <a:noFill/>
          </a:ln>
        </p:spPr>
      </p:pic>
      <p:sp>
        <p:nvSpPr>
          <p:cNvPr id="704" name="Google Shape;704;p49"/>
          <p:cNvSpPr/>
          <p:nvPr/>
        </p:nvSpPr>
        <p:spPr>
          <a:xfrm>
            <a:off x="381969" y="4451462"/>
            <a:ext cx="1264500" cy="3030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5" name="Google Shape;705;p49"/>
          <p:cNvSpPr/>
          <p:nvPr/>
        </p:nvSpPr>
        <p:spPr>
          <a:xfrm>
            <a:off x="6017750" y="182400"/>
            <a:ext cx="2742000" cy="2163600"/>
          </a:xfrm>
          <a:prstGeom prst="roundRect">
            <a:avLst>
              <a:gd fmla="val 4718" name="adj"/>
            </a:avLst>
          </a:prstGeom>
          <a:noFill/>
          <a:ln cap="flat" cmpd="sng" w="190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6" name="Google Shape;706;p49"/>
          <p:cNvSpPr/>
          <p:nvPr/>
        </p:nvSpPr>
        <p:spPr>
          <a:xfrm>
            <a:off x="7108900" y="2974900"/>
            <a:ext cx="673500" cy="2748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07" name="Google Shape;707;p49"/>
          <p:cNvGrpSpPr/>
          <p:nvPr/>
        </p:nvGrpSpPr>
        <p:grpSpPr>
          <a:xfrm>
            <a:off x="7782400" y="2363866"/>
            <a:ext cx="260661" cy="754778"/>
            <a:chOff x="8717613" y="2487275"/>
            <a:chExt cx="342300" cy="1528200"/>
          </a:xfrm>
        </p:grpSpPr>
        <p:cxnSp>
          <p:nvCxnSpPr>
            <p:cNvPr id="708" name="Google Shape;708;p49"/>
            <p:cNvCxnSpPr/>
            <p:nvPr/>
          </p:nvCxnSpPr>
          <p:spPr>
            <a:xfrm>
              <a:off x="9047283" y="2487275"/>
              <a:ext cx="0" cy="1528200"/>
            </a:xfrm>
            <a:prstGeom prst="straightConnector1">
              <a:avLst/>
            </a:prstGeom>
            <a:noFill/>
            <a:ln cap="flat" cmpd="sng" w="19050">
              <a:solidFill>
                <a:srgbClr val="FB1502"/>
              </a:solidFill>
              <a:prstDash val="solid"/>
              <a:round/>
              <a:headEnd len="med" w="med" type="none"/>
              <a:tailEnd len="med" w="med" type="none"/>
            </a:ln>
          </p:spPr>
        </p:cxnSp>
        <p:cxnSp>
          <p:nvCxnSpPr>
            <p:cNvPr id="709" name="Google Shape;709;p49"/>
            <p:cNvCxnSpPr>
              <a:stCxn id="706" idx="3"/>
            </p:cNvCxnSpPr>
            <p:nvPr/>
          </p:nvCxnSpPr>
          <p:spPr>
            <a:xfrm flipH="1" rot="10800000">
              <a:off x="8717613" y="3992431"/>
              <a:ext cx="342300" cy="10200"/>
            </a:xfrm>
            <a:prstGeom prst="straightConnector1">
              <a:avLst/>
            </a:prstGeom>
            <a:noFill/>
            <a:ln cap="flat" cmpd="sng" w="28575">
              <a:solidFill>
                <a:srgbClr val="FB1502"/>
              </a:solidFill>
              <a:prstDash val="solid"/>
              <a:round/>
              <a:headEnd len="med" w="med" type="none"/>
              <a:tailEnd len="med" w="med" type="none"/>
            </a:ln>
          </p:spPr>
        </p:cxnSp>
      </p:grpSp>
      <p:sp>
        <p:nvSpPr>
          <p:cNvPr id="710" name="Google Shape;710;p49"/>
          <p:cNvSpPr/>
          <p:nvPr/>
        </p:nvSpPr>
        <p:spPr>
          <a:xfrm>
            <a:off x="7993551" y="2340601"/>
            <a:ext cx="84600" cy="95400"/>
          </a:xfrm>
          <a:prstGeom prst="triangle">
            <a:avLst>
              <a:gd fmla="val 50000" name="adj"/>
            </a:avLst>
          </a:prstGeom>
          <a:solidFill>
            <a:srgbClr val="FB150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1" name="Google Shape;711;p49"/>
          <p:cNvSpPr/>
          <p:nvPr/>
        </p:nvSpPr>
        <p:spPr>
          <a:xfrm>
            <a:off x="8250857" y="2119788"/>
            <a:ext cx="483600" cy="1962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715" name="Shape 715"/>
        <p:cNvGrpSpPr/>
        <p:nvPr/>
      </p:nvGrpSpPr>
      <p:grpSpPr>
        <a:xfrm>
          <a:off x="0" y="0"/>
          <a:ext cx="0" cy="0"/>
          <a:chOff x="0" y="0"/>
          <a:chExt cx="0" cy="0"/>
        </a:xfrm>
      </p:grpSpPr>
      <p:pic>
        <p:nvPicPr>
          <p:cNvPr id="716" name="Google Shape;716;p50"/>
          <p:cNvPicPr preferRelativeResize="0"/>
          <p:nvPr/>
        </p:nvPicPr>
        <p:blipFill rotWithShape="1">
          <a:blip r:embed="rId3">
            <a:alphaModFix/>
          </a:blip>
          <a:srcRect b="68309" l="81663" r="1428" t="20547"/>
          <a:stretch/>
        </p:blipFill>
        <p:spPr>
          <a:xfrm>
            <a:off x="6813150" y="1448100"/>
            <a:ext cx="2129102" cy="876976"/>
          </a:xfrm>
          <a:prstGeom prst="rect">
            <a:avLst/>
          </a:prstGeom>
          <a:noFill/>
          <a:ln>
            <a:noFill/>
          </a:ln>
        </p:spPr>
      </p:pic>
      <p:pic>
        <p:nvPicPr>
          <p:cNvPr id="717" name="Google Shape;717;p50"/>
          <p:cNvPicPr preferRelativeResize="0"/>
          <p:nvPr/>
        </p:nvPicPr>
        <p:blipFill rotWithShape="1">
          <a:blip r:embed="rId4">
            <a:alphaModFix/>
          </a:blip>
          <a:srcRect b="0" l="0" r="0" t="0"/>
          <a:stretch/>
        </p:blipFill>
        <p:spPr>
          <a:xfrm>
            <a:off x="4443239" y="0"/>
            <a:ext cx="256379" cy="128256"/>
          </a:xfrm>
          <a:prstGeom prst="rect">
            <a:avLst/>
          </a:prstGeom>
          <a:noFill/>
          <a:ln>
            <a:noFill/>
          </a:ln>
        </p:spPr>
      </p:pic>
      <p:sp>
        <p:nvSpPr>
          <p:cNvPr id="718" name="Google Shape;718;p50"/>
          <p:cNvSpPr txBox="1"/>
          <p:nvPr/>
        </p:nvSpPr>
        <p:spPr>
          <a:xfrm>
            <a:off x="3953559" y="3057442"/>
            <a:ext cx="2859600" cy="30780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t/>
            </a:r>
            <a:endParaRPr/>
          </a:p>
        </p:txBody>
      </p:sp>
      <p:sp>
        <p:nvSpPr>
          <p:cNvPr id="719" name="Google Shape;719;p50"/>
          <p:cNvSpPr txBox="1"/>
          <p:nvPr/>
        </p:nvSpPr>
        <p:spPr>
          <a:xfrm>
            <a:off x="317900" y="1682673"/>
            <a:ext cx="5559000" cy="8892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Font typeface="Noto Sans KR"/>
              <a:buChar char="●"/>
            </a:pPr>
            <a:r>
              <a:rPr lang="ko">
                <a:solidFill>
                  <a:srgbClr val="000000"/>
                </a:solidFill>
                <a:latin typeface="Noto Sans KR"/>
                <a:ea typeface="Noto Sans KR"/>
                <a:cs typeface="Noto Sans KR"/>
                <a:sym typeface="Noto Sans KR"/>
              </a:rPr>
              <a:t>연도 선택 시 </a:t>
            </a:r>
            <a:r>
              <a:rPr b="1" lang="ko">
                <a:solidFill>
                  <a:srgbClr val="000000"/>
                </a:solidFill>
                <a:latin typeface="Noto Sans KR"/>
                <a:ea typeface="Noto Sans KR"/>
                <a:cs typeface="Noto Sans KR"/>
                <a:sym typeface="Noto Sans KR"/>
              </a:rPr>
              <a:t>현재의 월까지만 드롭다운에 표시</a:t>
            </a:r>
            <a:endParaRPr b="1">
              <a:solidFill>
                <a:srgbClr val="000000"/>
              </a:solidFill>
              <a:latin typeface="Noto Sans KR"/>
              <a:ea typeface="Noto Sans KR"/>
              <a:cs typeface="Noto Sans KR"/>
              <a:sym typeface="Noto Sans KR"/>
            </a:endParaRPr>
          </a:p>
          <a:p>
            <a:pPr indent="-317500" lvl="0" marL="457200" rtl="0" algn="l">
              <a:lnSpc>
                <a:spcPct val="115000"/>
              </a:lnSpc>
              <a:spcBef>
                <a:spcPts val="0"/>
              </a:spcBef>
              <a:spcAft>
                <a:spcPts val="0"/>
              </a:spcAft>
              <a:buClr>
                <a:srgbClr val="000000"/>
              </a:buClr>
              <a:buSzPts val="1400"/>
              <a:buFont typeface="Noto Sans KR"/>
              <a:buChar char="●"/>
            </a:pPr>
            <a:r>
              <a:rPr lang="ko">
                <a:solidFill>
                  <a:srgbClr val="000000"/>
                </a:solidFill>
                <a:latin typeface="Noto Sans KR"/>
                <a:ea typeface="Noto Sans KR"/>
                <a:cs typeface="Noto Sans KR"/>
                <a:sym typeface="Noto Sans KR"/>
              </a:rPr>
              <a:t>타 부서의 데이터와 세금 데이터를 이용해 </a:t>
            </a:r>
            <a:r>
              <a:rPr b="1" lang="ko">
                <a:solidFill>
                  <a:srgbClr val="000000"/>
                </a:solidFill>
                <a:latin typeface="Noto Sans KR"/>
                <a:ea typeface="Noto Sans KR"/>
                <a:cs typeface="Noto Sans KR"/>
                <a:sym typeface="Noto Sans KR"/>
              </a:rPr>
              <a:t>원천 징수부 생성</a:t>
            </a:r>
            <a:endParaRPr b="1">
              <a:solidFill>
                <a:srgbClr val="000000"/>
              </a:solidFill>
              <a:latin typeface="Noto Sans KR"/>
              <a:ea typeface="Noto Sans KR"/>
              <a:cs typeface="Noto Sans KR"/>
              <a:sym typeface="Noto Sans KR"/>
            </a:endParaRPr>
          </a:p>
        </p:txBody>
      </p:sp>
      <p:sp>
        <p:nvSpPr>
          <p:cNvPr id="720" name="Google Shape;720;p50"/>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pic>
        <p:nvPicPr>
          <p:cNvPr id="721" name="Google Shape;721;p50"/>
          <p:cNvPicPr preferRelativeResize="0"/>
          <p:nvPr/>
        </p:nvPicPr>
        <p:blipFill rotWithShape="1">
          <a:blip r:embed="rId5">
            <a:alphaModFix/>
          </a:blip>
          <a:srcRect b="0" l="0" r="0" t="0"/>
          <a:stretch/>
        </p:blipFill>
        <p:spPr>
          <a:xfrm>
            <a:off x="211680" y="193974"/>
            <a:ext cx="3313238" cy="1254119"/>
          </a:xfrm>
          <a:prstGeom prst="rect">
            <a:avLst/>
          </a:prstGeom>
          <a:noFill/>
          <a:ln>
            <a:noFill/>
          </a:ln>
        </p:spPr>
      </p:pic>
      <p:sp>
        <p:nvSpPr>
          <p:cNvPr id="722" name="Google Shape;722;p50"/>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723" name="Google Shape;723;p50"/>
          <p:cNvSpPr/>
          <p:nvPr/>
        </p:nvSpPr>
        <p:spPr>
          <a:xfrm>
            <a:off x="245358" y="1272050"/>
            <a:ext cx="20487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3</a:t>
            </a:r>
            <a:r>
              <a:rPr b="1" lang="ko" sz="1700">
                <a:solidFill>
                  <a:srgbClr val="FFFFFF"/>
                </a:solidFill>
                <a:latin typeface="Noto Sans KR"/>
                <a:ea typeface="Noto Sans KR"/>
                <a:cs typeface="Noto Sans KR"/>
                <a:sym typeface="Noto Sans KR"/>
              </a:rPr>
              <a:t>. 재무 관리</a:t>
            </a:r>
            <a:endParaRPr b="1" sz="1700">
              <a:solidFill>
                <a:srgbClr val="FFFFFF"/>
              </a:solidFill>
              <a:latin typeface="Noto Sans KR"/>
              <a:ea typeface="Noto Sans KR"/>
              <a:cs typeface="Noto Sans KR"/>
              <a:sym typeface="Noto Sans KR"/>
            </a:endParaRPr>
          </a:p>
        </p:txBody>
      </p:sp>
      <p:pic>
        <p:nvPicPr>
          <p:cNvPr id="724" name="Google Shape;724;p50"/>
          <p:cNvPicPr preferRelativeResize="0"/>
          <p:nvPr/>
        </p:nvPicPr>
        <p:blipFill>
          <a:blip r:embed="rId6">
            <a:alphaModFix/>
          </a:blip>
          <a:stretch>
            <a:fillRect/>
          </a:stretch>
        </p:blipFill>
        <p:spPr>
          <a:xfrm>
            <a:off x="2680216" y="2392499"/>
            <a:ext cx="6294890" cy="2556071"/>
          </a:xfrm>
          <a:prstGeom prst="rect">
            <a:avLst/>
          </a:prstGeom>
          <a:noFill/>
          <a:ln>
            <a:noFill/>
          </a:ln>
        </p:spPr>
      </p:pic>
      <p:sp>
        <p:nvSpPr>
          <p:cNvPr id="725" name="Google Shape;725;p50"/>
          <p:cNvSpPr txBox="1"/>
          <p:nvPr/>
        </p:nvSpPr>
        <p:spPr>
          <a:xfrm>
            <a:off x="2680204" y="2338650"/>
            <a:ext cx="1821900" cy="35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ko" sz="1100">
                <a:solidFill>
                  <a:srgbClr val="1F497D"/>
                </a:solidFill>
                <a:latin typeface="Noto Sans KR"/>
                <a:ea typeface="Noto Sans KR"/>
                <a:cs typeface="Noto Sans KR"/>
                <a:sym typeface="Noto Sans KR"/>
              </a:rPr>
              <a:t>&lt;원천 징수부&gt;</a:t>
            </a:r>
            <a:endParaRPr b="1" sz="1100">
              <a:solidFill>
                <a:srgbClr val="1F497D"/>
              </a:solidFill>
              <a:latin typeface="Noto Sans KR"/>
              <a:ea typeface="Noto Sans KR"/>
              <a:cs typeface="Noto Sans KR"/>
              <a:sym typeface="Noto Sans KR"/>
            </a:endParaRPr>
          </a:p>
        </p:txBody>
      </p:sp>
      <p:sp>
        <p:nvSpPr>
          <p:cNvPr id="726" name="Google Shape;726;p50"/>
          <p:cNvSpPr/>
          <p:nvPr/>
        </p:nvSpPr>
        <p:spPr>
          <a:xfrm>
            <a:off x="6813150" y="1448100"/>
            <a:ext cx="2129100" cy="858600"/>
          </a:xfrm>
          <a:prstGeom prst="roundRect">
            <a:avLst>
              <a:gd fmla="val 4718" name="adj"/>
            </a:avLst>
          </a:prstGeom>
          <a:noFill/>
          <a:ln cap="flat" cmpd="sng" w="190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7" name="Google Shape;727;p50"/>
          <p:cNvSpPr/>
          <p:nvPr/>
        </p:nvSpPr>
        <p:spPr>
          <a:xfrm>
            <a:off x="2629675" y="2392476"/>
            <a:ext cx="6345600" cy="2611500"/>
          </a:xfrm>
          <a:prstGeom prst="roundRect">
            <a:avLst>
              <a:gd fmla="val 4718" name="adj"/>
            </a:avLst>
          </a:prstGeom>
          <a:noFill/>
          <a:ln cap="flat" cmpd="sng" w="190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731" name="Shape 731"/>
        <p:cNvGrpSpPr/>
        <p:nvPr/>
      </p:nvGrpSpPr>
      <p:grpSpPr>
        <a:xfrm>
          <a:off x="0" y="0"/>
          <a:ext cx="0" cy="0"/>
          <a:chOff x="0" y="0"/>
          <a:chExt cx="0" cy="0"/>
        </a:xfrm>
      </p:grpSpPr>
      <p:pic>
        <p:nvPicPr>
          <p:cNvPr id="732" name="Google Shape;732;p51"/>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733" name="Google Shape;733;p51"/>
          <p:cNvPicPr preferRelativeResize="0"/>
          <p:nvPr/>
        </p:nvPicPr>
        <p:blipFill rotWithShape="1">
          <a:blip r:embed="rId4">
            <a:alphaModFix/>
          </a:blip>
          <a:srcRect b="0" l="0" r="0" t="0"/>
          <a:stretch/>
        </p:blipFill>
        <p:spPr>
          <a:xfrm>
            <a:off x="211680" y="193974"/>
            <a:ext cx="3702815" cy="1254119"/>
          </a:xfrm>
          <a:prstGeom prst="rect">
            <a:avLst/>
          </a:prstGeom>
          <a:noFill/>
          <a:ln>
            <a:noFill/>
          </a:ln>
        </p:spPr>
      </p:pic>
      <p:sp>
        <p:nvSpPr>
          <p:cNvPr id="734" name="Google Shape;734;p51"/>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735" name="Google Shape;735;p51"/>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736" name="Google Shape;736;p51"/>
          <p:cNvSpPr/>
          <p:nvPr/>
        </p:nvSpPr>
        <p:spPr>
          <a:xfrm>
            <a:off x="245358" y="1272050"/>
            <a:ext cx="20487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1. </a:t>
            </a:r>
            <a:r>
              <a:rPr b="1" lang="ko" sz="1700">
                <a:solidFill>
                  <a:srgbClr val="FFFFFF"/>
                </a:solidFill>
                <a:latin typeface="Noto Sans KR"/>
                <a:ea typeface="Noto Sans KR"/>
                <a:cs typeface="Noto Sans KR"/>
                <a:sym typeface="Noto Sans KR"/>
              </a:rPr>
              <a:t>영업관리</a:t>
            </a:r>
            <a:endParaRPr b="1" sz="1700">
              <a:solidFill>
                <a:srgbClr val="FFFFFF"/>
              </a:solidFill>
              <a:latin typeface="Noto Sans KR"/>
              <a:ea typeface="Noto Sans KR"/>
              <a:cs typeface="Noto Sans KR"/>
              <a:sym typeface="Noto Sans KR"/>
            </a:endParaRPr>
          </a:p>
        </p:txBody>
      </p:sp>
      <p:sp>
        <p:nvSpPr>
          <p:cNvPr id="737" name="Google Shape;737;p51"/>
          <p:cNvSpPr txBox="1"/>
          <p:nvPr/>
        </p:nvSpPr>
        <p:spPr>
          <a:xfrm>
            <a:off x="4399275" y="4261425"/>
            <a:ext cx="3504000" cy="384300"/>
          </a:xfrm>
          <a:prstGeom prst="rect">
            <a:avLst/>
          </a:prstGeom>
          <a:noFill/>
          <a:ln>
            <a:noFill/>
          </a:ln>
        </p:spPr>
        <p:txBody>
          <a:bodyPr anchorCtr="0" anchor="ctr" bIns="91425" lIns="91425" spcFirstLastPara="1" rIns="91425" wrap="square" tIns="91425">
            <a:noAutofit/>
          </a:bodyPr>
          <a:lstStyle/>
          <a:p>
            <a:pPr indent="0" lvl="0" marL="0" rtl="0" algn="ctr">
              <a:spcBef>
                <a:spcPts val="1200"/>
              </a:spcBef>
              <a:spcAft>
                <a:spcPts val="1200"/>
              </a:spcAft>
              <a:buNone/>
            </a:pPr>
            <a:r>
              <a:rPr b="1" lang="ko" sz="1500">
                <a:solidFill>
                  <a:srgbClr val="1F497D"/>
                </a:solidFill>
                <a:latin typeface="Noto Sans KR"/>
                <a:ea typeface="Noto Sans KR"/>
                <a:cs typeface="Noto Sans KR"/>
                <a:sym typeface="Noto Sans KR"/>
              </a:rPr>
              <a:t>① 카테고리별 판매량 예측</a:t>
            </a:r>
            <a:endParaRPr b="1" sz="1500">
              <a:solidFill>
                <a:srgbClr val="1F497D"/>
              </a:solidFill>
              <a:latin typeface="Noto Sans KR"/>
              <a:ea typeface="Noto Sans KR"/>
              <a:cs typeface="Noto Sans KR"/>
              <a:sym typeface="Noto Sans KR"/>
            </a:endParaRPr>
          </a:p>
        </p:txBody>
      </p:sp>
      <p:sp>
        <p:nvSpPr>
          <p:cNvPr id="738" name="Google Shape;738;p51"/>
          <p:cNvSpPr txBox="1"/>
          <p:nvPr/>
        </p:nvSpPr>
        <p:spPr>
          <a:xfrm>
            <a:off x="95150" y="1744775"/>
            <a:ext cx="3188700" cy="1773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b="1" lang="ko" sz="1600">
                <a:latin typeface="Noto Sans KR"/>
                <a:ea typeface="Noto Sans KR"/>
                <a:cs typeface="Noto Sans KR"/>
                <a:sym typeface="Noto Sans KR"/>
              </a:rPr>
              <a:t>① </a:t>
            </a:r>
            <a:r>
              <a:rPr b="1" lang="ko" sz="1600" u="sng">
                <a:solidFill>
                  <a:schemeClr val="dk1"/>
                </a:solidFill>
                <a:latin typeface="Noto Sans KR"/>
                <a:ea typeface="Noto Sans KR"/>
                <a:cs typeface="Noto Sans KR"/>
                <a:sym typeface="Noto Sans KR"/>
              </a:rPr>
              <a:t>카테고리별</a:t>
            </a:r>
            <a:r>
              <a:rPr b="1" lang="ko" sz="1600" u="sng">
                <a:solidFill>
                  <a:schemeClr val="dk1"/>
                </a:solidFill>
                <a:latin typeface="Noto Sans KR"/>
                <a:ea typeface="Noto Sans KR"/>
                <a:cs typeface="Noto Sans KR"/>
                <a:sym typeface="Noto Sans KR"/>
              </a:rPr>
              <a:t> 판매량 예측</a:t>
            </a:r>
            <a:endParaRPr b="1" sz="1600" u="sng">
              <a:solidFill>
                <a:schemeClr val="dk1"/>
              </a:solidFill>
              <a:latin typeface="Noto Sans KR"/>
              <a:ea typeface="Noto Sans KR"/>
              <a:cs typeface="Noto Sans KR"/>
              <a:sym typeface="Noto Sans KR"/>
            </a:endParaRPr>
          </a:p>
          <a:p>
            <a:pPr indent="0" lvl="0" marL="0" rtl="0" algn="l">
              <a:lnSpc>
                <a:spcPct val="100000"/>
              </a:lnSpc>
              <a:spcBef>
                <a:spcPts val="1200"/>
              </a:spcBef>
              <a:spcAft>
                <a:spcPts val="0"/>
              </a:spcAft>
              <a:buNone/>
            </a:pPr>
            <a:r>
              <a:rPr lang="ko" sz="1600">
                <a:latin typeface="Noto Sans KR"/>
                <a:ea typeface="Noto Sans KR"/>
                <a:cs typeface="Noto Sans KR"/>
                <a:sym typeface="Noto Sans KR"/>
              </a:rPr>
              <a:t>② </a:t>
            </a:r>
            <a:r>
              <a:rPr lang="ko" sz="1600">
                <a:solidFill>
                  <a:schemeClr val="dk1"/>
                </a:solidFill>
                <a:latin typeface="Noto Sans KR"/>
                <a:ea typeface="Noto Sans KR"/>
                <a:cs typeface="Noto Sans KR"/>
                <a:sym typeface="Noto Sans KR"/>
              </a:rPr>
              <a:t>카테고리 내 상품별 판매량 분석</a:t>
            </a:r>
            <a:endParaRPr sz="1600">
              <a:latin typeface="Noto Sans KR"/>
              <a:ea typeface="Noto Sans KR"/>
              <a:cs typeface="Noto Sans KR"/>
              <a:sym typeface="Noto Sans KR"/>
            </a:endParaRPr>
          </a:p>
          <a:p>
            <a:pPr indent="0" lvl="0" marL="0" rtl="0" algn="l">
              <a:lnSpc>
                <a:spcPct val="100000"/>
              </a:lnSpc>
              <a:spcBef>
                <a:spcPts val="1200"/>
              </a:spcBef>
              <a:spcAft>
                <a:spcPts val="0"/>
              </a:spcAft>
              <a:buNone/>
            </a:pPr>
            <a:r>
              <a:rPr lang="ko" sz="1600">
                <a:latin typeface="Noto Sans KR"/>
                <a:ea typeface="Noto Sans KR"/>
                <a:cs typeface="Noto Sans KR"/>
                <a:sym typeface="Noto Sans KR"/>
              </a:rPr>
              <a:t>③ </a:t>
            </a:r>
            <a:r>
              <a:rPr lang="ko" sz="1600">
                <a:solidFill>
                  <a:schemeClr val="dk1"/>
                </a:solidFill>
                <a:latin typeface="Noto Sans KR"/>
                <a:ea typeface="Noto Sans KR"/>
                <a:cs typeface="Noto Sans KR"/>
                <a:sym typeface="Noto Sans KR"/>
              </a:rPr>
              <a:t>자체제작 상품별 판매량 분석</a:t>
            </a:r>
            <a:endParaRPr sz="1600">
              <a:latin typeface="Noto Sans KR"/>
              <a:ea typeface="Noto Sans KR"/>
              <a:cs typeface="Noto Sans KR"/>
              <a:sym typeface="Noto Sans KR"/>
            </a:endParaRPr>
          </a:p>
          <a:p>
            <a:pPr indent="0" lvl="0" marL="0" rtl="0" algn="l">
              <a:lnSpc>
                <a:spcPct val="100000"/>
              </a:lnSpc>
              <a:spcBef>
                <a:spcPts val="1200"/>
              </a:spcBef>
              <a:spcAft>
                <a:spcPts val="1200"/>
              </a:spcAft>
              <a:buNone/>
            </a:pPr>
            <a:r>
              <a:rPr lang="ko" sz="1600">
                <a:latin typeface="Noto Sans KR"/>
                <a:ea typeface="Noto Sans KR"/>
                <a:cs typeface="Noto Sans KR"/>
                <a:sym typeface="Noto Sans KR"/>
              </a:rPr>
              <a:t>④ </a:t>
            </a:r>
            <a:r>
              <a:rPr lang="ko" sz="1600">
                <a:solidFill>
                  <a:schemeClr val="dk1"/>
                </a:solidFill>
                <a:latin typeface="Noto Sans KR"/>
                <a:ea typeface="Noto Sans KR"/>
                <a:cs typeface="Noto Sans KR"/>
                <a:sym typeface="Noto Sans KR"/>
              </a:rPr>
              <a:t>회원별 구매 카테고리 분석</a:t>
            </a:r>
            <a:endParaRPr sz="1600">
              <a:solidFill>
                <a:srgbClr val="000000"/>
              </a:solidFill>
              <a:latin typeface="Noto Sans KR"/>
              <a:ea typeface="Noto Sans KR"/>
              <a:cs typeface="Noto Sans KR"/>
              <a:sym typeface="Noto Sans KR"/>
            </a:endParaRPr>
          </a:p>
        </p:txBody>
      </p:sp>
      <p:pic>
        <p:nvPicPr>
          <p:cNvPr id="739" name="Google Shape;739;p51"/>
          <p:cNvPicPr preferRelativeResize="0"/>
          <p:nvPr/>
        </p:nvPicPr>
        <p:blipFill rotWithShape="1">
          <a:blip r:embed="rId5">
            <a:alphaModFix/>
          </a:blip>
          <a:srcRect b="11418" l="16865" r="985" t="20977"/>
          <a:stretch/>
        </p:blipFill>
        <p:spPr>
          <a:xfrm>
            <a:off x="3301671" y="1332775"/>
            <a:ext cx="5699358" cy="2931275"/>
          </a:xfrm>
          <a:prstGeom prst="rect">
            <a:avLst/>
          </a:prstGeom>
          <a:noFill/>
          <a:ln>
            <a:noFill/>
          </a:ln>
        </p:spPr>
      </p:pic>
      <p:sp>
        <p:nvSpPr>
          <p:cNvPr id="740" name="Google Shape;740;p51"/>
          <p:cNvSpPr/>
          <p:nvPr/>
        </p:nvSpPr>
        <p:spPr>
          <a:xfrm>
            <a:off x="3301675" y="1332775"/>
            <a:ext cx="5699400" cy="2931300"/>
          </a:xfrm>
          <a:prstGeom prst="roundRect">
            <a:avLst>
              <a:gd fmla="val 5000" name="adj"/>
            </a:avLst>
          </a:prstGeom>
          <a:noFill/>
          <a:ln cap="flat" cmpd="sng" w="190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1" name="Google Shape;741;p51"/>
          <p:cNvSpPr/>
          <p:nvPr/>
        </p:nvSpPr>
        <p:spPr>
          <a:xfrm>
            <a:off x="3323398" y="2417150"/>
            <a:ext cx="491100" cy="2619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2" name="Google Shape;742;p51"/>
          <p:cNvSpPr txBox="1"/>
          <p:nvPr/>
        </p:nvSpPr>
        <p:spPr>
          <a:xfrm>
            <a:off x="3301675" y="2615300"/>
            <a:ext cx="2048700" cy="2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700">
                <a:solidFill>
                  <a:srgbClr val="FB1502"/>
                </a:solidFill>
                <a:latin typeface="Noto Sans KR"/>
                <a:ea typeface="Noto Sans KR"/>
                <a:cs typeface="Noto Sans KR"/>
                <a:sym typeface="Noto Sans KR"/>
              </a:rPr>
              <a:t>한 달을 3분기로 나누어</a:t>
            </a:r>
            <a:endParaRPr b="1" sz="700">
              <a:solidFill>
                <a:srgbClr val="FB1502"/>
              </a:solidFill>
              <a:latin typeface="Noto Sans KR"/>
              <a:ea typeface="Noto Sans KR"/>
              <a:cs typeface="Noto Sans KR"/>
              <a:sym typeface="Noto Sans KR"/>
            </a:endParaRPr>
          </a:p>
          <a:p>
            <a:pPr indent="0" lvl="0" marL="0" rtl="0" algn="l">
              <a:spcBef>
                <a:spcPts val="0"/>
              </a:spcBef>
              <a:spcAft>
                <a:spcPts val="0"/>
              </a:spcAft>
              <a:buNone/>
            </a:pPr>
            <a:r>
              <a:rPr b="1" lang="ko" sz="700">
                <a:solidFill>
                  <a:srgbClr val="FB1502"/>
                </a:solidFill>
                <a:latin typeface="Noto Sans KR"/>
                <a:ea typeface="Noto Sans KR"/>
                <a:cs typeface="Noto Sans KR"/>
                <a:sym typeface="Noto Sans KR"/>
              </a:rPr>
              <a:t>상세 예측 가능</a:t>
            </a:r>
            <a:endParaRPr b="1" sz="700">
              <a:solidFill>
                <a:srgbClr val="FB1502"/>
              </a:solidFill>
              <a:latin typeface="Noto Sans KR"/>
              <a:ea typeface="Noto Sans KR"/>
              <a:cs typeface="Noto Sans KR"/>
              <a:sym typeface="Noto Sans KR"/>
            </a:endParaRPr>
          </a:p>
        </p:txBody>
      </p:sp>
      <p:sp>
        <p:nvSpPr>
          <p:cNvPr id="743" name="Google Shape;743;p51"/>
          <p:cNvSpPr txBox="1"/>
          <p:nvPr/>
        </p:nvSpPr>
        <p:spPr>
          <a:xfrm>
            <a:off x="5350380" y="2564001"/>
            <a:ext cx="1195800" cy="2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700">
                <a:solidFill>
                  <a:srgbClr val="FB1502"/>
                </a:solidFill>
                <a:latin typeface="Noto Sans KR"/>
                <a:ea typeface="Noto Sans KR"/>
                <a:cs typeface="Noto Sans KR"/>
                <a:sym typeface="Noto Sans KR"/>
              </a:rPr>
              <a:t>향후 6개월 판매량 예측</a:t>
            </a:r>
            <a:endParaRPr b="1" sz="700">
              <a:solidFill>
                <a:srgbClr val="FB1502"/>
              </a:solidFill>
              <a:latin typeface="Noto Sans KR"/>
              <a:ea typeface="Noto Sans KR"/>
              <a:cs typeface="Noto Sans KR"/>
              <a:sym typeface="Noto Sans K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747" name="Shape 747"/>
        <p:cNvGrpSpPr/>
        <p:nvPr/>
      </p:nvGrpSpPr>
      <p:grpSpPr>
        <a:xfrm>
          <a:off x="0" y="0"/>
          <a:ext cx="0" cy="0"/>
          <a:chOff x="0" y="0"/>
          <a:chExt cx="0" cy="0"/>
        </a:xfrm>
      </p:grpSpPr>
      <p:pic>
        <p:nvPicPr>
          <p:cNvPr id="748" name="Google Shape;748;p52"/>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749" name="Google Shape;749;p52"/>
          <p:cNvPicPr preferRelativeResize="0"/>
          <p:nvPr/>
        </p:nvPicPr>
        <p:blipFill rotWithShape="1">
          <a:blip r:embed="rId4">
            <a:alphaModFix/>
          </a:blip>
          <a:srcRect b="0" l="0" r="0" t="0"/>
          <a:stretch/>
        </p:blipFill>
        <p:spPr>
          <a:xfrm>
            <a:off x="211680" y="193974"/>
            <a:ext cx="3702815" cy="1254119"/>
          </a:xfrm>
          <a:prstGeom prst="rect">
            <a:avLst/>
          </a:prstGeom>
          <a:noFill/>
          <a:ln>
            <a:noFill/>
          </a:ln>
        </p:spPr>
      </p:pic>
      <p:sp>
        <p:nvSpPr>
          <p:cNvPr id="750" name="Google Shape;750;p52"/>
          <p:cNvSpPr txBox="1"/>
          <p:nvPr/>
        </p:nvSpPr>
        <p:spPr>
          <a:xfrm>
            <a:off x="95150" y="1744775"/>
            <a:ext cx="3154200" cy="1773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lang="ko" sz="1600">
                <a:latin typeface="Noto Sans KR"/>
                <a:ea typeface="Noto Sans KR"/>
                <a:cs typeface="Noto Sans KR"/>
                <a:sym typeface="Noto Sans KR"/>
              </a:rPr>
              <a:t>① </a:t>
            </a:r>
            <a:r>
              <a:rPr lang="ko" sz="1600">
                <a:solidFill>
                  <a:schemeClr val="dk1"/>
                </a:solidFill>
                <a:latin typeface="Noto Sans KR"/>
                <a:ea typeface="Noto Sans KR"/>
                <a:cs typeface="Noto Sans KR"/>
                <a:sym typeface="Noto Sans KR"/>
              </a:rPr>
              <a:t>월별 카테고리 판매량 분석</a:t>
            </a:r>
            <a:endParaRPr sz="1600">
              <a:solidFill>
                <a:schemeClr val="dk1"/>
              </a:solidFill>
              <a:latin typeface="Noto Sans KR"/>
              <a:ea typeface="Noto Sans KR"/>
              <a:cs typeface="Noto Sans KR"/>
              <a:sym typeface="Noto Sans KR"/>
            </a:endParaRPr>
          </a:p>
          <a:p>
            <a:pPr indent="0" lvl="0" marL="0" rtl="0" algn="l">
              <a:lnSpc>
                <a:spcPct val="100000"/>
              </a:lnSpc>
              <a:spcBef>
                <a:spcPts val="1200"/>
              </a:spcBef>
              <a:spcAft>
                <a:spcPts val="0"/>
              </a:spcAft>
              <a:buNone/>
            </a:pPr>
            <a:r>
              <a:rPr b="1" lang="ko" sz="1600">
                <a:latin typeface="Noto Sans KR"/>
                <a:ea typeface="Noto Sans KR"/>
                <a:cs typeface="Noto Sans KR"/>
                <a:sym typeface="Noto Sans KR"/>
              </a:rPr>
              <a:t>② </a:t>
            </a:r>
            <a:r>
              <a:rPr b="1" lang="ko" sz="1600" u="sng">
                <a:solidFill>
                  <a:schemeClr val="dk1"/>
                </a:solidFill>
                <a:latin typeface="Noto Sans KR"/>
                <a:ea typeface="Noto Sans KR"/>
                <a:cs typeface="Noto Sans KR"/>
                <a:sym typeface="Noto Sans KR"/>
              </a:rPr>
              <a:t>카테고리 내 상품별 판매량 분석</a:t>
            </a:r>
            <a:endParaRPr sz="1600" u="sng">
              <a:latin typeface="Noto Sans KR"/>
              <a:ea typeface="Noto Sans KR"/>
              <a:cs typeface="Noto Sans KR"/>
              <a:sym typeface="Noto Sans KR"/>
            </a:endParaRPr>
          </a:p>
          <a:p>
            <a:pPr indent="0" lvl="0" marL="0" rtl="0" algn="l">
              <a:lnSpc>
                <a:spcPct val="100000"/>
              </a:lnSpc>
              <a:spcBef>
                <a:spcPts val="1200"/>
              </a:spcBef>
              <a:spcAft>
                <a:spcPts val="0"/>
              </a:spcAft>
              <a:buNone/>
            </a:pPr>
            <a:r>
              <a:rPr lang="ko" sz="1600">
                <a:latin typeface="Noto Sans KR"/>
                <a:ea typeface="Noto Sans KR"/>
                <a:cs typeface="Noto Sans KR"/>
                <a:sym typeface="Noto Sans KR"/>
              </a:rPr>
              <a:t>③ </a:t>
            </a:r>
            <a:r>
              <a:rPr lang="ko" sz="1600">
                <a:solidFill>
                  <a:schemeClr val="dk1"/>
                </a:solidFill>
                <a:latin typeface="Noto Sans KR"/>
                <a:ea typeface="Noto Sans KR"/>
                <a:cs typeface="Noto Sans KR"/>
                <a:sym typeface="Noto Sans KR"/>
              </a:rPr>
              <a:t>자체제작 상품별 판매량 분석</a:t>
            </a:r>
            <a:endParaRPr sz="1600">
              <a:latin typeface="Noto Sans KR"/>
              <a:ea typeface="Noto Sans KR"/>
              <a:cs typeface="Noto Sans KR"/>
              <a:sym typeface="Noto Sans KR"/>
            </a:endParaRPr>
          </a:p>
          <a:p>
            <a:pPr indent="0" lvl="0" marL="0" rtl="0" algn="l">
              <a:lnSpc>
                <a:spcPct val="100000"/>
              </a:lnSpc>
              <a:spcBef>
                <a:spcPts val="1200"/>
              </a:spcBef>
              <a:spcAft>
                <a:spcPts val="1200"/>
              </a:spcAft>
              <a:buNone/>
            </a:pPr>
            <a:r>
              <a:rPr lang="ko" sz="1600">
                <a:latin typeface="Noto Sans KR"/>
                <a:ea typeface="Noto Sans KR"/>
                <a:cs typeface="Noto Sans KR"/>
                <a:sym typeface="Noto Sans KR"/>
              </a:rPr>
              <a:t>④ </a:t>
            </a:r>
            <a:r>
              <a:rPr lang="ko" sz="1600">
                <a:solidFill>
                  <a:schemeClr val="dk1"/>
                </a:solidFill>
                <a:latin typeface="Noto Sans KR"/>
                <a:ea typeface="Noto Sans KR"/>
                <a:cs typeface="Noto Sans KR"/>
                <a:sym typeface="Noto Sans KR"/>
              </a:rPr>
              <a:t>회원별 구매 카테고리 분석</a:t>
            </a:r>
            <a:endParaRPr sz="1600">
              <a:solidFill>
                <a:srgbClr val="000000"/>
              </a:solidFill>
              <a:latin typeface="Noto Sans KR"/>
              <a:ea typeface="Noto Sans KR"/>
              <a:cs typeface="Noto Sans KR"/>
              <a:sym typeface="Noto Sans KR"/>
            </a:endParaRPr>
          </a:p>
        </p:txBody>
      </p:sp>
      <p:sp>
        <p:nvSpPr>
          <p:cNvPr id="751" name="Google Shape;751;p52"/>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752" name="Google Shape;752;p52"/>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753" name="Google Shape;753;p52"/>
          <p:cNvSpPr/>
          <p:nvPr/>
        </p:nvSpPr>
        <p:spPr>
          <a:xfrm>
            <a:off x="245358" y="1272050"/>
            <a:ext cx="20487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1. 영업관리</a:t>
            </a:r>
            <a:endParaRPr b="1" sz="1700">
              <a:solidFill>
                <a:srgbClr val="FFFFFF"/>
              </a:solidFill>
              <a:latin typeface="Noto Sans KR"/>
              <a:ea typeface="Noto Sans KR"/>
              <a:cs typeface="Noto Sans KR"/>
              <a:sym typeface="Noto Sans KR"/>
            </a:endParaRPr>
          </a:p>
        </p:txBody>
      </p:sp>
      <p:sp>
        <p:nvSpPr>
          <p:cNvPr id="754" name="Google Shape;754;p52"/>
          <p:cNvSpPr txBox="1"/>
          <p:nvPr/>
        </p:nvSpPr>
        <p:spPr>
          <a:xfrm>
            <a:off x="4399275" y="4261425"/>
            <a:ext cx="3504000" cy="384300"/>
          </a:xfrm>
          <a:prstGeom prst="rect">
            <a:avLst/>
          </a:prstGeom>
          <a:noFill/>
          <a:ln>
            <a:noFill/>
          </a:ln>
        </p:spPr>
        <p:txBody>
          <a:bodyPr anchorCtr="0" anchor="ctr" bIns="91425" lIns="91425" spcFirstLastPara="1" rIns="91425" wrap="square" tIns="91425">
            <a:noAutofit/>
          </a:bodyPr>
          <a:lstStyle/>
          <a:p>
            <a:pPr indent="0" lvl="0" marL="0" rtl="0" algn="ctr">
              <a:spcBef>
                <a:spcPts val="1200"/>
              </a:spcBef>
              <a:spcAft>
                <a:spcPts val="1200"/>
              </a:spcAft>
              <a:buClr>
                <a:schemeClr val="dk1"/>
              </a:buClr>
              <a:buSzPts val="1100"/>
              <a:buFont typeface="Arial"/>
              <a:buNone/>
            </a:pPr>
            <a:r>
              <a:rPr b="1" lang="ko" sz="1500">
                <a:solidFill>
                  <a:srgbClr val="1F497D"/>
                </a:solidFill>
                <a:latin typeface="Noto Sans KR"/>
                <a:ea typeface="Noto Sans KR"/>
                <a:cs typeface="Noto Sans KR"/>
                <a:sym typeface="Noto Sans KR"/>
              </a:rPr>
              <a:t>② 카테고리 내 상품별 판매량 분석</a:t>
            </a:r>
            <a:endParaRPr b="1" sz="1500">
              <a:solidFill>
                <a:srgbClr val="1F497D"/>
              </a:solidFill>
              <a:latin typeface="Noto Sans KR"/>
              <a:ea typeface="Noto Sans KR"/>
              <a:cs typeface="Noto Sans KR"/>
              <a:sym typeface="Noto Sans KR"/>
            </a:endParaRPr>
          </a:p>
        </p:txBody>
      </p:sp>
      <p:pic>
        <p:nvPicPr>
          <p:cNvPr id="755" name="Google Shape;755;p52"/>
          <p:cNvPicPr preferRelativeResize="0"/>
          <p:nvPr/>
        </p:nvPicPr>
        <p:blipFill rotWithShape="1">
          <a:blip r:embed="rId5">
            <a:alphaModFix/>
          </a:blip>
          <a:srcRect b="11628" l="16246" r="1577" t="20643"/>
          <a:stretch/>
        </p:blipFill>
        <p:spPr>
          <a:xfrm>
            <a:off x="3249475" y="1272050"/>
            <a:ext cx="5803602" cy="2989376"/>
          </a:xfrm>
          <a:prstGeom prst="rect">
            <a:avLst/>
          </a:prstGeom>
          <a:noFill/>
          <a:ln>
            <a:noFill/>
          </a:ln>
        </p:spPr>
      </p:pic>
      <p:sp>
        <p:nvSpPr>
          <p:cNvPr id="756" name="Google Shape;756;p52"/>
          <p:cNvSpPr/>
          <p:nvPr/>
        </p:nvSpPr>
        <p:spPr>
          <a:xfrm>
            <a:off x="3249475" y="1272050"/>
            <a:ext cx="5803500" cy="2989500"/>
          </a:xfrm>
          <a:prstGeom prst="roundRect">
            <a:avLst>
              <a:gd fmla="val 5000" name="adj"/>
            </a:avLst>
          </a:prstGeom>
          <a:noFill/>
          <a:ln cap="flat" cmpd="sng" w="190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760" name="Shape 760"/>
        <p:cNvGrpSpPr/>
        <p:nvPr/>
      </p:nvGrpSpPr>
      <p:grpSpPr>
        <a:xfrm>
          <a:off x="0" y="0"/>
          <a:ext cx="0" cy="0"/>
          <a:chOff x="0" y="0"/>
          <a:chExt cx="0" cy="0"/>
        </a:xfrm>
      </p:grpSpPr>
      <p:pic>
        <p:nvPicPr>
          <p:cNvPr id="761" name="Google Shape;761;p53"/>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762" name="Google Shape;762;p53"/>
          <p:cNvPicPr preferRelativeResize="0"/>
          <p:nvPr/>
        </p:nvPicPr>
        <p:blipFill rotWithShape="1">
          <a:blip r:embed="rId4">
            <a:alphaModFix/>
          </a:blip>
          <a:srcRect b="0" l="0" r="0" t="0"/>
          <a:stretch/>
        </p:blipFill>
        <p:spPr>
          <a:xfrm>
            <a:off x="211680" y="193974"/>
            <a:ext cx="3702815" cy="1254119"/>
          </a:xfrm>
          <a:prstGeom prst="rect">
            <a:avLst/>
          </a:prstGeom>
          <a:noFill/>
          <a:ln>
            <a:noFill/>
          </a:ln>
        </p:spPr>
      </p:pic>
      <p:sp>
        <p:nvSpPr>
          <p:cNvPr id="763" name="Google Shape;763;p53"/>
          <p:cNvSpPr txBox="1"/>
          <p:nvPr/>
        </p:nvSpPr>
        <p:spPr>
          <a:xfrm>
            <a:off x="95150" y="1744775"/>
            <a:ext cx="3437100" cy="1773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lang="ko" sz="1600">
                <a:latin typeface="Noto Sans KR"/>
                <a:ea typeface="Noto Sans KR"/>
                <a:cs typeface="Noto Sans KR"/>
                <a:sym typeface="Noto Sans KR"/>
              </a:rPr>
              <a:t>① </a:t>
            </a:r>
            <a:r>
              <a:rPr lang="ko" sz="1600">
                <a:solidFill>
                  <a:schemeClr val="dk1"/>
                </a:solidFill>
                <a:latin typeface="Noto Sans KR"/>
                <a:ea typeface="Noto Sans KR"/>
                <a:cs typeface="Noto Sans KR"/>
                <a:sym typeface="Noto Sans KR"/>
              </a:rPr>
              <a:t>월별 카테고리 판매량 분석</a:t>
            </a:r>
            <a:endParaRPr sz="1600">
              <a:solidFill>
                <a:schemeClr val="dk1"/>
              </a:solidFill>
              <a:latin typeface="Noto Sans KR"/>
              <a:ea typeface="Noto Sans KR"/>
              <a:cs typeface="Noto Sans KR"/>
              <a:sym typeface="Noto Sans KR"/>
            </a:endParaRPr>
          </a:p>
          <a:p>
            <a:pPr indent="0" lvl="0" marL="0" rtl="0" algn="l">
              <a:lnSpc>
                <a:spcPct val="100000"/>
              </a:lnSpc>
              <a:spcBef>
                <a:spcPts val="1200"/>
              </a:spcBef>
              <a:spcAft>
                <a:spcPts val="0"/>
              </a:spcAft>
              <a:buNone/>
            </a:pPr>
            <a:r>
              <a:rPr lang="ko" sz="1600">
                <a:latin typeface="Noto Sans KR"/>
                <a:ea typeface="Noto Sans KR"/>
                <a:cs typeface="Noto Sans KR"/>
                <a:sym typeface="Noto Sans KR"/>
              </a:rPr>
              <a:t>② </a:t>
            </a:r>
            <a:r>
              <a:rPr lang="ko" sz="1600">
                <a:solidFill>
                  <a:schemeClr val="dk1"/>
                </a:solidFill>
                <a:latin typeface="Noto Sans KR"/>
                <a:ea typeface="Noto Sans KR"/>
                <a:cs typeface="Noto Sans KR"/>
                <a:sym typeface="Noto Sans KR"/>
              </a:rPr>
              <a:t>카테고리 내 상품별 판매량 분석</a:t>
            </a:r>
            <a:endParaRPr sz="1600">
              <a:latin typeface="Noto Sans KR"/>
              <a:ea typeface="Noto Sans KR"/>
              <a:cs typeface="Noto Sans KR"/>
              <a:sym typeface="Noto Sans KR"/>
            </a:endParaRPr>
          </a:p>
          <a:p>
            <a:pPr indent="0" lvl="0" marL="0" rtl="0" algn="l">
              <a:lnSpc>
                <a:spcPct val="100000"/>
              </a:lnSpc>
              <a:spcBef>
                <a:spcPts val="1200"/>
              </a:spcBef>
              <a:spcAft>
                <a:spcPts val="0"/>
              </a:spcAft>
              <a:buNone/>
            </a:pPr>
            <a:r>
              <a:rPr b="1" lang="ko" sz="1600">
                <a:latin typeface="Noto Sans KR"/>
                <a:ea typeface="Noto Sans KR"/>
                <a:cs typeface="Noto Sans KR"/>
                <a:sym typeface="Noto Sans KR"/>
              </a:rPr>
              <a:t>③ </a:t>
            </a:r>
            <a:r>
              <a:rPr b="1" lang="ko" sz="1600" u="sng">
                <a:solidFill>
                  <a:schemeClr val="dk1"/>
                </a:solidFill>
                <a:latin typeface="Noto Sans KR"/>
                <a:ea typeface="Noto Sans KR"/>
                <a:cs typeface="Noto Sans KR"/>
                <a:sym typeface="Noto Sans KR"/>
              </a:rPr>
              <a:t>자체제작 상품별 판매량 분석</a:t>
            </a:r>
            <a:endParaRPr sz="1600" u="sng">
              <a:latin typeface="Noto Sans KR"/>
              <a:ea typeface="Noto Sans KR"/>
              <a:cs typeface="Noto Sans KR"/>
              <a:sym typeface="Noto Sans KR"/>
            </a:endParaRPr>
          </a:p>
          <a:p>
            <a:pPr indent="0" lvl="0" marL="0" rtl="0" algn="l">
              <a:lnSpc>
                <a:spcPct val="100000"/>
              </a:lnSpc>
              <a:spcBef>
                <a:spcPts val="1200"/>
              </a:spcBef>
              <a:spcAft>
                <a:spcPts val="1200"/>
              </a:spcAft>
              <a:buNone/>
            </a:pPr>
            <a:r>
              <a:rPr lang="ko" sz="1600">
                <a:latin typeface="Noto Sans KR"/>
                <a:ea typeface="Noto Sans KR"/>
                <a:cs typeface="Noto Sans KR"/>
                <a:sym typeface="Noto Sans KR"/>
              </a:rPr>
              <a:t>④ </a:t>
            </a:r>
            <a:r>
              <a:rPr lang="ko" sz="1600">
                <a:solidFill>
                  <a:schemeClr val="dk1"/>
                </a:solidFill>
                <a:latin typeface="Noto Sans KR"/>
                <a:ea typeface="Noto Sans KR"/>
                <a:cs typeface="Noto Sans KR"/>
                <a:sym typeface="Noto Sans KR"/>
              </a:rPr>
              <a:t>회원별 구매 카테고리 분석</a:t>
            </a:r>
            <a:endParaRPr sz="1600">
              <a:solidFill>
                <a:srgbClr val="000000"/>
              </a:solidFill>
              <a:latin typeface="Noto Sans KR"/>
              <a:ea typeface="Noto Sans KR"/>
              <a:cs typeface="Noto Sans KR"/>
              <a:sym typeface="Noto Sans KR"/>
            </a:endParaRPr>
          </a:p>
        </p:txBody>
      </p:sp>
      <p:sp>
        <p:nvSpPr>
          <p:cNvPr id="764" name="Google Shape;764;p53"/>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765" name="Google Shape;765;p53"/>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766" name="Google Shape;766;p53"/>
          <p:cNvSpPr/>
          <p:nvPr/>
        </p:nvSpPr>
        <p:spPr>
          <a:xfrm>
            <a:off x="245358" y="1272050"/>
            <a:ext cx="20487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1. 영업관리</a:t>
            </a:r>
            <a:endParaRPr b="1" sz="1700">
              <a:solidFill>
                <a:srgbClr val="FFFFFF"/>
              </a:solidFill>
              <a:latin typeface="Noto Sans KR"/>
              <a:ea typeface="Noto Sans KR"/>
              <a:cs typeface="Noto Sans KR"/>
              <a:sym typeface="Noto Sans KR"/>
            </a:endParaRPr>
          </a:p>
        </p:txBody>
      </p:sp>
      <p:sp>
        <p:nvSpPr>
          <p:cNvPr id="767" name="Google Shape;767;p53"/>
          <p:cNvSpPr txBox="1"/>
          <p:nvPr/>
        </p:nvSpPr>
        <p:spPr>
          <a:xfrm>
            <a:off x="4399275" y="4261425"/>
            <a:ext cx="3504000" cy="384300"/>
          </a:xfrm>
          <a:prstGeom prst="rect">
            <a:avLst/>
          </a:prstGeom>
          <a:noFill/>
          <a:ln>
            <a:noFill/>
          </a:ln>
        </p:spPr>
        <p:txBody>
          <a:bodyPr anchorCtr="0" anchor="ctr" bIns="91425" lIns="91425" spcFirstLastPara="1" rIns="91425" wrap="square" tIns="91425">
            <a:noAutofit/>
          </a:bodyPr>
          <a:lstStyle/>
          <a:p>
            <a:pPr indent="0" lvl="0" marL="0" rtl="0" algn="ctr">
              <a:spcBef>
                <a:spcPts val="1200"/>
              </a:spcBef>
              <a:spcAft>
                <a:spcPts val="1200"/>
              </a:spcAft>
              <a:buNone/>
            </a:pPr>
            <a:r>
              <a:rPr b="1" lang="ko" sz="1500">
                <a:solidFill>
                  <a:srgbClr val="1F497D"/>
                </a:solidFill>
                <a:latin typeface="Noto Sans KR"/>
                <a:ea typeface="Noto Sans KR"/>
                <a:cs typeface="Noto Sans KR"/>
                <a:sym typeface="Noto Sans KR"/>
              </a:rPr>
              <a:t>③ 자체제작 상품별 판매량 분석</a:t>
            </a:r>
            <a:endParaRPr b="1" sz="1500">
              <a:solidFill>
                <a:srgbClr val="1F497D"/>
              </a:solidFill>
              <a:latin typeface="Noto Sans KR"/>
              <a:ea typeface="Noto Sans KR"/>
              <a:cs typeface="Noto Sans KR"/>
              <a:sym typeface="Noto Sans KR"/>
            </a:endParaRPr>
          </a:p>
        </p:txBody>
      </p:sp>
      <p:pic>
        <p:nvPicPr>
          <p:cNvPr id="768" name="Google Shape;768;p53"/>
          <p:cNvPicPr preferRelativeResize="0"/>
          <p:nvPr/>
        </p:nvPicPr>
        <p:blipFill rotWithShape="1">
          <a:blip r:embed="rId5">
            <a:alphaModFix/>
          </a:blip>
          <a:srcRect b="14433" l="19671" r="3126" t="21529"/>
          <a:stretch/>
        </p:blipFill>
        <p:spPr>
          <a:xfrm>
            <a:off x="3338825" y="1272050"/>
            <a:ext cx="5624900" cy="2915876"/>
          </a:xfrm>
          <a:prstGeom prst="rect">
            <a:avLst/>
          </a:prstGeom>
          <a:noFill/>
          <a:ln>
            <a:noFill/>
          </a:ln>
        </p:spPr>
      </p:pic>
      <p:sp>
        <p:nvSpPr>
          <p:cNvPr id="769" name="Google Shape;769;p53"/>
          <p:cNvSpPr/>
          <p:nvPr/>
        </p:nvSpPr>
        <p:spPr>
          <a:xfrm>
            <a:off x="3249475" y="1272050"/>
            <a:ext cx="5803500" cy="2989500"/>
          </a:xfrm>
          <a:prstGeom prst="roundRect">
            <a:avLst>
              <a:gd fmla="val 5000" name="adj"/>
            </a:avLst>
          </a:prstGeom>
          <a:noFill/>
          <a:ln cap="flat" cmpd="sng" w="190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773" name="Shape 773"/>
        <p:cNvGrpSpPr/>
        <p:nvPr/>
      </p:nvGrpSpPr>
      <p:grpSpPr>
        <a:xfrm>
          <a:off x="0" y="0"/>
          <a:ext cx="0" cy="0"/>
          <a:chOff x="0" y="0"/>
          <a:chExt cx="0" cy="0"/>
        </a:xfrm>
      </p:grpSpPr>
      <p:pic>
        <p:nvPicPr>
          <p:cNvPr id="774" name="Google Shape;774;p54"/>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775" name="Google Shape;775;p54"/>
          <p:cNvPicPr preferRelativeResize="0"/>
          <p:nvPr/>
        </p:nvPicPr>
        <p:blipFill rotWithShape="1">
          <a:blip r:embed="rId4">
            <a:alphaModFix/>
          </a:blip>
          <a:srcRect b="0" l="0" r="0" t="0"/>
          <a:stretch/>
        </p:blipFill>
        <p:spPr>
          <a:xfrm>
            <a:off x="211680" y="193974"/>
            <a:ext cx="3702815" cy="1254119"/>
          </a:xfrm>
          <a:prstGeom prst="rect">
            <a:avLst/>
          </a:prstGeom>
          <a:noFill/>
          <a:ln>
            <a:noFill/>
          </a:ln>
        </p:spPr>
      </p:pic>
      <p:sp>
        <p:nvSpPr>
          <p:cNvPr id="776" name="Google Shape;776;p54"/>
          <p:cNvSpPr txBox="1"/>
          <p:nvPr/>
        </p:nvSpPr>
        <p:spPr>
          <a:xfrm>
            <a:off x="95150" y="1744775"/>
            <a:ext cx="3437100" cy="1773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lang="ko" sz="1600">
                <a:latin typeface="Noto Sans KR"/>
                <a:ea typeface="Noto Sans KR"/>
                <a:cs typeface="Noto Sans KR"/>
                <a:sym typeface="Noto Sans KR"/>
              </a:rPr>
              <a:t>① </a:t>
            </a:r>
            <a:r>
              <a:rPr lang="ko" sz="1600">
                <a:solidFill>
                  <a:schemeClr val="dk1"/>
                </a:solidFill>
                <a:latin typeface="Noto Sans KR"/>
                <a:ea typeface="Noto Sans KR"/>
                <a:cs typeface="Noto Sans KR"/>
                <a:sym typeface="Noto Sans KR"/>
              </a:rPr>
              <a:t>월별 카테고리 판매량 분석</a:t>
            </a:r>
            <a:endParaRPr sz="1600">
              <a:solidFill>
                <a:schemeClr val="dk1"/>
              </a:solidFill>
              <a:latin typeface="Noto Sans KR"/>
              <a:ea typeface="Noto Sans KR"/>
              <a:cs typeface="Noto Sans KR"/>
              <a:sym typeface="Noto Sans KR"/>
            </a:endParaRPr>
          </a:p>
          <a:p>
            <a:pPr indent="0" lvl="0" marL="0" rtl="0" algn="l">
              <a:lnSpc>
                <a:spcPct val="100000"/>
              </a:lnSpc>
              <a:spcBef>
                <a:spcPts val="1200"/>
              </a:spcBef>
              <a:spcAft>
                <a:spcPts val="0"/>
              </a:spcAft>
              <a:buNone/>
            </a:pPr>
            <a:r>
              <a:rPr lang="ko" sz="1600">
                <a:latin typeface="Noto Sans KR"/>
                <a:ea typeface="Noto Sans KR"/>
                <a:cs typeface="Noto Sans KR"/>
                <a:sym typeface="Noto Sans KR"/>
              </a:rPr>
              <a:t>② </a:t>
            </a:r>
            <a:r>
              <a:rPr lang="ko" sz="1600">
                <a:solidFill>
                  <a:schemeClr val="dk1"/>
                </a:solidFill>
                <a:latin typeface="Noto Sans KR"/>
                <a:ea typeface="Noto Sans KR"/>
                <a:cs typeface="Noto Sans KR"/>
                <a:sym typeface="Noto Sans KR"/>
              </a:rPr>
              <a:t>카테고리 내 상품별 판매량 분석</a:t>
            </a:r>
            <a:endParaRPr sz="1600">
              <a:latin typeface="Noto Sans KR"/>
              <a:ea typeface="Noto Sans KR"/>
              <a:cs typeface="Noto Sans KR"/>
              <a:sym typeface="Noto Sans KR"/>
            </a:endParaRPr>
          </a:p>
          <a:p>
            <a:pPr indent="0" lvl="0" marL="0" rtl="0" algn="l">
              <a:lnSpc>
                <a:spcPct val="100000"/>
              </a:lnSpc>
              <a:spcBef>
                <a:spcPts val="1200"/>
              </a:spcBef>
              <a:spcAft>
                <a:spcPts val="0"/>
              </a:spcAft>
              <a:buNone/>
            </a:pPr>
            <a:r>
              <a:rPr lang="ko" sz="1600">
                <a:latin typeface="Noto Sans KR"/>
                <a:ea typeface="Noto Sans KR"/>
                <a:cs typeface="Noto Sans KR"/>
                <a:sym typeface="Noto Sans KR"/>
              </a:rPr>
              <a:t>③ </a:t>
            </a:r>
            <a:r>
              <a:rPr lang="ko" sz="1600">
                <a:solidFill>
                  <a:schemeClr val="dk1"/>
                </a:solidFill>
                <a:latin typeface="Noto Sans KR"/>
                <a:ea typeface="Noto Sans KR"/>
                <a:cs typeface="Noto Sans KR"/>
                <a:sym typeface="Noto Sans KR"/>
              </a:rPr>
              <a:t>자체제작 상품별 판매량 분석</a:t>
            </a:r>
            <a:endParaRPr sz="1600">
              <a:latin typeface="Noto Sans KR"/>
              <a:ea typeface="Noto Sans KR"/>
              <a:cs typeface="Noto Sans KR"/>
              <a:sym typeface="Noto Sans KR"/>
            </a:endParaRPr>
          </a:p>
          <a:p>
            <a:pPr indent="0" lvl="0" marL="0" rtl="0" algn="l">
              <a:lnSpc>
                <a:spcPct val="100000"/>
              </a:lnSpc>
              <a:spcBef>
                <a:spcPts val="1200"/>
              </a:spcBef>
              <a:spcAft>
                <a:spcPts val="1200"/>
              </a:spcAft>
              <a:buNone/>
            </a:pPr>
            <a:r>
              <a:rPr b="1" lang="ko" sz="1600">
                <a:latin typeface="Noto Sans KR"/>
                <a:ea typeface="Noto Sans KR"/>
                <a:cs typeface="Noto Sans KR"/>
                <a:sym typeface="Noto Sans KR"/>
              </a:rPr>
              <a:t>④ </a:t>
            </a:r>
            <a:r>
              <a:rPr b="1" lang="ko" sz="1600" u="sng">
                <a:solidFill>
                  <a:schemeClr val="dk1"/>
                </a:solidFill>
                <a:latin typeface="Noto Sans KR"/>
                <a:ea typeface="Noto Sans KR"/>
                <a:cs typeface="Noto Sans KR"/>
                <a:sym typeface="Noto Sans KR"/>
              </a:rPr>
              <a:t>회원별 구매 카테고리 분석</a:t>
            </a:r>
            <a:endParaRPr b="1" sz="1600" u="sng">
              <a:solidFill>
                <a:srgbClr val="000000"/>
              </a:solidFill>
              <a:latin typeface="Noto Sans KR"/>
              <a:ea typeface="Noto Sans KR"/>
              <a:cs typeface="Noto Sans KR"/>
              <a:sym typeface="Noto Sans KR"/>
            </a:endParaRPr>
          </a:p>
        </p:txBody>
      </p:sp>
      <p:sp>
        <p:nvSpPr>
          <p:cNvPr id="777" name="Google Shape;777;p54"/>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778" name="Google Shape;778;p54"/>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sp>
        <p:nvSpPr>
          <p:cNvPr id="779" name="Google Shape;779;p54"/>
          <p:cNvSpPr/>
          <p:nvPr/>
        </p:nvSpPr>
        <p:spPr>
          <a:xfrm>
            <a:off x="245358" y="1272050"/>
            <a:ext cx="20487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1. 영업관리</a:t>
            </a:r>
            <a:endParaRPr b="1" sz="1700">
              <a:solidFill>
                <a:srgbClr val="FFFFFF"/>
              </a:solidFill>
              <a:latin typeface="Noto Sans KR"/>
              <a:ea typeface="Noto Sans KR"/>
              <a:cs typeface="Noto Sans KR"/>
              <a:sym typeface="Noto Sans KR"/>
            </a:endParaRPr>
          </a:p>
        </p:txBody>
      </p:sp>
      <p:sp>
        <p:nvSpPr>
          <p:cNvPr id="780" name="Google Shape;780;p54"/>
          <p:cNvSpPr txBox="1"/>
          <p:nvPr/>
        </p:nvSpPr>
        <p:spPr>
          <a:xfrm>
            <a:off x="4399275" y="4261425"/>
            <a:ext cx="3504000" cy="384300"/>
          </a:xfrm>
          <a:prstGeom prst="rect">
            <a:avLst/>
          </a:prstGeom>
          <a:noFill/>
          <a:ln>
            <a:noFill/>
          </a:ln>
        </p:spPr>
        <p:txBody>
          <a:bodyPr anchorCtr="0" anchor="ctr" bIns="91425" lIns="91425" spcFirstLastPara="1" rIns="91425" wrap="square" tIns="91425">
            <a:noAutofit/>
          </a:bodyPr>
          <a:lstStyle/>
          <a:p>
            <a:pPr indent="0" lvl="0" marL="0" rtl="0" algn="ctr">
              <a:spcBef>
                <a:spcPts val="1200"/>
              </a:spcBef>
              <a:spcAft>
                <a:spcPts val="1200"/>
              </a:spcAft>
              <a:buNone/>
            </a:pPr>
            <a:r>
              <a:rPr b="1" lang="ko" sz="1500">
                <a:solidFill>
                  <a:srgbClr val="1F497D"/>
                </a:solidFill>
                <a:latin typeface="Noto Sans KR"/>
                <a:ea typeface="Noto Sans KR"/>
                <a:cs typeface="Noto Sans KR"/>
                <a:sym typeface="Noto Sans KR"/>
              </a:rPr>
              <a:t>④ 회원별 구매 카테고리 분석</a:t>
            </a:r>
            <a:endParaRPr b="1" sz="1500">
              <a:solidFill>
                <a:srgbClr val="1F497D"/>
              </a:solidFill>
              <a:latin typeface="Noto Sans KR"/>
              <a:ea typeface="Noto Sans KR"/>
              <a:cs typeface="Noto Sans KR"/>
              <a:sym typeface="Noto Sans KR"/>
            </a:endParaRPr>
          </a:p>
        </p:txBody>
      </p:sp>
      <p:pic>
        <p:nvPicPr>
          <p:cNvPr id="781" name="Google Shape;781;p54"/>
          <p:cNvPicPr preferRelativeResize="0"/>
          <p:nvPr/>
        </p:nvPicPr>
        <p:blipFill rotWithShape="1">
          <a:blip r:embed="rId5">
            <a:alphaModFix/>
          </a:blip>
          <a:srcRect b="5727" l="37928" r="21480" t="30913"/>
          <a:stretch/>
        </p:blipFill>
        <p:spPr>
          <a:xfrm>
            <a:off x="4938200" y="1001825"/>
            <a:ext cx="3340550" cy="3258901"/>
          </a:xfrm>
          <a:prstGeom prst="rect">
            <a:avLst/>
          </a:prstGeom>
          <a:noFill/>
          <a:ln>
            <a:noFill/>
          </a:ln>
        </p:spPr>
      </p:pic>
      <p:pic>
        <p:nvPicPr>
          <p:cNvPr id="782" name="Google Shape;782;p54"/>
          <p:cNvPicPr preferRelativeResize="0"/>
          <p:nvPr/>
        </p:nvPicPr>
        <p:blipFill rotWithShape="1">
          <a:blip r:embed="rId6">
            <a:alphaModFix/>
          </a:blip>
          <a:srcRect b="31394" l="16631" r="72951" t="21769"/>
          <a:stretch/>
        </p:blipFill>
        <p:spPr>
          <a:xfrm>
            <a:off x="4080950" y="990300"/>
            <a:ext cx="857249" cy="2409075"/>
          </a:xfrm>
          <a:prstGeom prst="rect">
            <a:avLst/>
          </a:prstGeom>
          <a:noFill/>
          <a:ln>
            <a:noFill/>
          </a:ln>
        </p:spPr>
      </p:pic>
      <p:sp>
        <p:nvSpPr>
          <p:cNvPr id="783" name="Google Shape;783;p54"/>
          <p:cNvSpPr/>
          <p:nvPr/>
        </p:nvSpPr>
        <p:spPr>
          <a:xfrm>
            <a:off x="4026025" y="1001825"/>
            <a:ext cx="4250400" cy="3258900"/>
          </a:xfrm>
          <a:prstGeom prst="roundRect">
            <a:avLst>
              <a:gd fmla="val 5000" name="adj"/>
            </a:avLst>
          </a:prstGeom>
          <a:noFill/>
          <a:ln cap="flat" cmpd="sng" w="190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787" name="Shape 787"/>
        <p:cNvGrpSpPr/>
        <p:nvPr/>
      </p:nvGrpSpPr>
      <p:grpSpPr>
        <a:xfrm>
          <a:off x="0" y="0"/>
          <a:ext cx="0" cy="0"/>
          <a:chOff x="0" y="0"/>
          <a:chExt cx="0" cy="0"/>
        </a:xfrm>
      </p:grpSpPr>
      <p:pic>
        <p:nvPicPr>
          <p:cNvPr id="788" name="Google Shape;788;p55"/>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789" name="Google Shape;789;p55"/>
          <p:cNvPicPr preferRelativeResize="0"/>
          <p:nvPr/>
        </p:nvPicPr>
        <p:blipFill rotWithShape="1">
          <a:blip r:embed="rId4">
            <a:alphaModFix/>
          </a:blip>
          <a:srcRect b="0" l="1078" r="0" t="0"/>
          <a:stretch/>
        </p:blipFill>
        <p:spPr>
          <a:xfrm>
            <a:off x="2821265" y="1704950"/>
            <a:ext cx="6265585" cy="3164250"/>
          </a:xfrm>
          <a:prstGeom prst="rect">
            <a:avLst/>
          </a:prstGeom>
          <a:noFill/>
          <a:ln>
            <a:noFill/>
          </a:ln>
        </p:spPr>
      </p:pic>
      <p:sp>
        <p:nvSpPr>
          <p:cNvPr id="790" name="Google Shape;790;p55"/>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pic>
        <p:nvPicPr>
          <p:cNvPr id="791" name="Google Shape;791;p55"/>
          <p:cNvPicPr preferRelativeResize="0"/>
          <p:nvPr/>
        </p:nvPicPr>
        <p:blipFill rotWithShape="1">
          <a:blip r:embed="rId5">
            <a:alphaModFix/>
          </a:blip>
          <a:srcRect b="0" l="0" r="0" t="0"/>
          <a:stretch/>
        </p:blipFill>
        <p:spPr>
          <a:xfrm>
            <a:off x="211680" y="193974"/>
            <a:ext cx="3702815" cy="1254119"/>
          </a:xfrm>
          <a:prstGeom prst="rect">
            <a:avLst/>
          </a:prstGeom>
          <a:noFill/>
          <a:ln>
            <a:noFill/>
          </a:ln>
        </p:spPr>
      </p:pic>
      <p:sp>
        <p:nvSpPr>
          <p:cNvPr id="792" name="Google Shape;792;p55"/>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793" name="Google Shape;793;p55"/>
          <p:cNvSpPr/>
          <p:nvPr/>
        </p:nvSpPr>
        <p:spPr>
          <a:xfrm>
            <a:off x="245358" y="1272050"/>
            <a:ext cx="20487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2</a:t>
            </a:r>
            <a:r>
              <a:rPr b="1" lang="ko" sz="1700">
                <a:solidFill>
                  <a:srgbClr val="FFFFFF"/>
                </a:solidFill>
                <a:latin typeface="Noto Sans KR"/>
                <a:ea typeface="Noto Sans KR"/>
                <a:cs typeface="Noto Sans KR"/>
                <a:sym typeface="Noto Sans KR"/>
              </a:rPr>
              <a:t>. 고객관리</a:t>
            </a:r>
            <a:endParaRPr b="1" sz="1700">
              <a:solidFill>
                <a:srgbClr val="FFFFFF"/>
              </a:solidFill>
              <a:latin typeface="Noto Sans KR"/>
              <a:ea typeface="Noto Sans KR"/>
              <a:cs typeface="Noto Sans KR"/>
              <a:sym typeface="Noto Sans KR"/>
            </a:endParaRPr>
          </a:p>
        </p:txBody>
      </p:sp>
      <p:sp>
        <p:nvSpPr>
          <p:cNvPr id="794" name="Google Shape;794;p55"/>
          <p:cNvSpPr txBox="1"/>
          <p:nvPr/>
        </p:nvSpPr>
        <p:spPr>
          <a:xfrm>
            <a:off x="165501" y="1774175"/>
            <a:ext cx="4017000" cy="14550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Font typeface="Noto Sans KR"/>
              <a:buChar char="●"/>
            </a:pPr>
            <a:r>
              <a:rPr b="1" lang="ko" sz="1500">
                <a:latin typeface="Noto Sans KR"/>
                <a:ea typeface="Noto Sans KR"/>
                <a:cs typeface="Noto Sans KR"/>
                <a:sym typeface="Noto Sans KR"/>
              </a:rPr>
              <a:t>회원별 조건 조회</a:t>
            </a:r>
            <a:r>
              <a:rPr lang="ko" sz="1500">
                <a:latin typeface="Noto Sans KR"/>
                <a:ea typeface="Noto Sans KR"/>
                <a:cs typeface="Noto Sans KR"/>
                <a:sym typeface="Noto Sans KR"/>
              </a:rPr>
              <a:t> 가능</a:t>
            </a:r>
            <a:endParaRPr sz="1500">
              <a:latin typeface="Noto Sans KR"/>
              <a:ea typeface="Noto Sans KR"/>
              <a:cs typeface="Noto Sans KR"/>
              <a:sym typeface="Noto Sans KR"/>
            </a:endParaRPr>
          </a:p>
        </p:txBody>
      </p:sp>
      <p:sp>
        <p:nvSpPr>
          <p:cNvPr id="795" name="Google Shape;795;p55"/>
          <p:cNvSpPr/>
          <p:nvPr/>
        </p:nvSpPr>
        <p:spPr>
          <a:xfrm>
            <a:off x="2821277" y="1680395"/>
            <a:ext cx="1592400" cy="3489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799" name="Shape 799"/>
        <p:cNvGrpSpPr/>
        <p:nvPr/>
      </p:nvGrpSpPr>
      <p:grpSpPr>
        <a:xfrm>
          <a:off x="0" y="0"/>
          <a:ext cx="0" cy="0"/>
          <a:chOff x="0" y="0"/>
          <a:chExt cx="0" cy="0"/>
        </a:xfrm>
      </p:grpSpPr>
      <p:pic>
        <p:nvPicPr>
          <p:cNvPr id="800" name="Google Shape;800;p56"/>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801" name="Google Shape;801;p56"/>
          <p:cNvPicPr preferRelativeResize="0"/>
          <p:nvPr/>
        </p:nvPicPr>
        <p:blipFill rotWithShape="1">
          <a:blip r:embed="rId4">
            <a:alphaModFix/>
          </a:blip>
          <a:srcRect b="0" l="0" r="0" t="0"/>
          <a:stretch/>
        </p:blipFill>
        <p:spPr>
          <a:xfrm>
            <a:off x="3527610" y="4749279"/>
            <a:ext cx="1704824" cy="293191"/>
          </a:xfrm>
          <a:prstGeom prst="rect">
            <a:avLst/>
          </a:prstGeom>
          <a:noFill/>
          <a:ln>
            <a:noFill/>
          </a:ln>
        </p:spPr>
      </p:pic>
      <p:pic>
        <p:nvPicPr>
          <p:cNvPr id="802" name="Google Shape;802;p56"/>
          <p:cNvPicPr preferRelativeResize="0"/>
          <p:nvPr/>
        </p:nvPicPr>
        <p:blipFill rotWithShape="1">
          <a:blip r:embed="rId5">
            <a:alphaModFix/>
          </a:blip>
          <a:srcRect b="0" l="0" r="0" t="0"/>
          <a:stretch/>
        </p:blipFill>
        <p:spPr>
          <a:xfrm>
            <a:off x="7379407" y="4725470"/>
            <a:ext cx="1954952" cy="317000"/>
          </a:xfrm>
          <a:prstGeom prst="rect">
            <a:avLst/>
          </a:prstGeom>
          <a:noFill/>
          <a:ln>
            <a:noFill/>
          </a:ln>
        </p:spPr>
      </p:pic>
      <p:pic>
        <p:nvPicPr>
          <p:cNvPr id="803" name="Google Shape;803;p56"/>
          <p:cNvPicPr preferRelativeResize="0"/>
          <p:nvPr/>
        </p:nvPicPr>
        <p:blipFill rotWithShape="1">
          <a:blip r:embed="rId6">
            <a:alphaModFix/>
          </a:blip>
          <a:srcRect b="0" l="1206" r="25656" t="0"/>
          <a:stretch/>
        </p:blipFill>
        <p:spPr>
          <a:xfrm>
            <a:off x="2821275" y="1704950"/>
            <a:ext cx="6322726" cy="2510725"/>
          </a:xfrm>
          <a:prstGeom prst="rect">
            <a:avLst/>
          </a:prstGeom>
          <a:noFill/>
          <a:ln>
            <a:noFill/>
          </a:ln>
        </p:spPr>
      </p:pic>
      <p:sp>
        <p:nvSpPr>
          <p:cNvPr id="804" name="Google Shape;804;p56"/>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pic>
        <p:nvPicPr>
          <p:cNvPr id="805" name="Google Shape;805;p56"/>
          <p:cNvPicPr preferRelativeResize="0"/>
          <p:nvPr/>
        </p:nvPicPr>
        <p:blipFill rotWithShape="1">
          <a:blip r:embed="rId7">
            <a:alphaModFix/>
          </a:blip>
          <a:srcRect b="0" l="0" r="0" t="0"/>
          <a:stretch/>
        </p:blipFill>
        <p:spPr>
          <a:xfrm>
            <a:off x="211680" y="193974"/>
            <a:ext cx="3702815" cy="1254119"/>
          </a:xfrm>
          <a:prstGeom prst="rect">
            <a:avLst/>
          </a:prstGeom>
          <a:noFill/>
          <a:ln>
            <a:noFill/>
          </a:ln>
        </p:spPr>
      </p:pic>
      <p:sp>
        <p:nvSpPr>
          <p:cNvPr id="806" name="Google Shape;806;p56"/>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807" name="Google Shape;807;p56"/>
          <p:cNvSpPr/>
          <p:nvPr/>
        </p:nvSpPr>
        <p:spPr>
          <a:xfrm>
            <a:off x="245358" y="1272050"/>
            <a:ext cx="20487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3</a:t>
            </a:r>
            <a:r>
              <a:rPr b="1" lang="ko" sz="1700">
                <a:solidFill>
                  <a:srgbClr val="FFFFFF"/>
                </a:solidFill>
                <a:latin typeface="Noto Sans KR"/>
                <a:ea typeface="Noto Sans KR"/>
                <a:cs typeface="Noto Sans KR"/>
                <a:sym typeface="Noto Sans KR"/>
              </a:rPr>
              <a:t>. 판매자관리</a:t>
            </a:r>
            <a:endParaRPr b="1" sz="1700">
              <a:solidFill>
                <a:srgbClr val="FFFFFF"/>
              </a:solidFill>
              <a:latin typeface="Noto Sans KR"/>
              <a:ea typeface="Noto Sans KR"/>
              <a:cs typeface="Noto Sans KR"/>
              <a:sym typeface="Noto Sans KR"/>
            </a:endParaRPr>
          </a:p>
        </p:txBody>
      </p:sp>
      <p:sp>
        <p:nvSpPr>
          <p:cNvPr id="808" name="Google Shape;808;p56"/>
          <p:cNvSpPr txBox="1"/>
          <p:nvPr/>
        </p:nvSpPr>
        <p:spPr>
          <a:xfrm>
            <a:off x="165500" y="1774175"/>
            <a:ext cx="2567700" cy="4020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Font typeface="Noto Sans KR"/>
              <a:buChar char="●"/>
            </a:pPr>
            <a:r>
              <a:rPr b="1" lang="ko" sz="1500">
                <a:latin typeface="Noto Sans KR"/>
                <a:ea typeface="Noto Sans KR"/>
                <a:cs typeface="Noto Sans KR"/>
                <a:sym typeface="Noto Sans KR"/>
              </a:rPr>
              <a:t>판매자별 조건 조회 </a:t>
            </a:r>
            <a:r>
              <a:rPr lang="ko" sz="1500">
                <a:latin typeface="Noto Sans KR"/>
                <a:ea typeface="Noto Sans KR"/>
                <a:cs typeface="Noto Sans KR"/>
                <a:sym typeface="Noto Sans KR"/>
              </a:rPr>
              <a:t>가능</a:t>
            </a:r>
            <a:endParaRPr sz="1500">
              <a:latin typeface="Noto Sans KR"/>
              <a:ea typeface="Noto Sans KR"/>
              <a:cs typeface="Noto Sans KR"/>
              <a:sym typeface="Noto Sans KR"/>
            </a:endParaRPr>
          </a:p>
        </p:txBody>
      </p:sp>
      <p:sp>
        <p:nvSpPr>
          <p:cNvPr id="809" name="Google Shape;809;p56"/>
          <p:cNvSpPr/>
          <p:nvPr/>
        </p:nvSpPr>
        <p:spPr>
          <a:xfrm>
            <a:off x="2821273" y="1691352"/>
            <a:ext cx="2688000" cy="4848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813" name="Shape 813"/>
        <p:cNvGrpSpPr/>
        <p:nvPr/>
      </p:nvGrpSpPr>
      <p:grpSpPr>
        <a:xfrm>
          <a:off x="0" y="0"/>
          <a:ext cx="0" cy="0"/>
          <a:chOff x="0" y="0"/>
          <a:chExt cx="0" cy="0"/>
        </a:xfrm>
      </p:grpSpPr>
      <p:pic>
        <p:nvPicPr>
          <p:cNvPr id="814" name="Google Shape;814;p57"/>
          <p:cNvPicPr preferRelativeResize="0"/>
          <p:nvPr/>
        </p:nvPicPr>
        <p:blipFill rotWithShape="1">
          <a:blip r:embed="rId3">
            <a:alphaModFix/>
          </a:blip>
          <a:srcRect b="0" l="0" r="0" t="0"/>
          <a:stretch/>
        </p:blipFill>
        <p:spPr>
          <a:xfrm>
            <a:off x="4443239" y="0"/>
            <a:ext cx="256379" cy="128256"/>
          </a:xfrm>
          <a:prstGeom prst="rect">
            <a:avLst/>
          </a:prstGeom>
          <a:noFill/>
          <a:ln>
            <a:noFill/>
          </a:ln>
        </p:spPr>
      </p:pic>
      <p:pic>
        <p:nvPicPr>
          <p:cNvPr id="815" name="Google Shape;815;p57"/>
          <p:cNvPicPr preferRelativeResize="0"/>
          <p:nvPr/>
        </p:nvPicPr>
        <p:blipFill rotWithShape="1">
          <a:blip r:embed="rId4">
            <a:alphaModFix/>
          </a:blip>
          <a:srcRect b="0" l="891" r="0" t="0"/>
          <a:stretch/>
        </p:blipFill>
        <p:spPr>
          <a:xfrm>
            <a:off x="2968050" y="1595375"/>
            <a:ext cx="6175951" cy="3560749"/>
          </a:xfrm>
          <a:prstGeom prst="rect">
            <a:avLst/>
          </a:prstGeom>
          <a:noFill/>
          <a:ln>
            <a:noFill/>
          </a:ln>
        </p:spPr>
      </p:pic>
      <p:sp>
        <p:nvSpPr>
          <p:cNvPr id="816" name="Google Shape;816;p57"/>
          <p:cNvSpPr txBox="1"/>
          <p:nvPr/>
        </p:nvSpPr>
        <p:spPr>
          <a:xfrm>
            <a:off x="102550" y="4709525"/>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242A44"/>
                </a:solidFill>
                <a:latin typeface="Noto Sans KR"/>
                <a:ea typeface="Noto Sans KR"/>
                <a:cs typeface="Noto Sans KR"/>
                <a:sym typeface="Noto Sans KR"/>
              </a:rPr>
              <a:t>소비자 중심 </a:t>
            </a:r>
            <a:r>
              <a:rPr b="1" lang="ko" sz="800">
                <a:solidFill>
                  <a:srgbClr val="242A44"/>
                </a:solidFill>
                <a:latin typeface="Noto Sans KR"/>
                <a:ea typeface="Noto Sans KR"/>
                <a:cs typeface="Noto Sans KR"/>
                <a:sym typeface="Noto Sans KR"/>
              </a:rPr>
              <a:t>JM ERP Solution</a:t>
            </a:r>
            <a:endParaRPr b="1" sz="800">
              <a:solidFill>
                <a:srgbClr val="242A44"/>
              </a:solidFill>
              <a:latin typeface="Noto Sans KR"/>
              <a:ea typeface="Noto Sans KR"/>
              <a:cs typeface="Noto Sans KR"/>
              <a:sym typeface="Noto Sans KR"/>
            </a:endParaRPr>
          </a:p>
        </p:txBody>
      </p:sp>
      <p:pic>
        <p:nvPicPr>
          <p:cNvPr id="817" name="Google Shape;817;p57"/>
          <p:cNvPicPr preferRelativeResize="0"/>
          <p:nvPr/>
        </p:nvPicPr>
        <p:blipFill rotWithShape="1">
          <a:blip r:embed="rId5">
            <a:alphaModFix/>
          </a:blip>
          <a:srcRect b="0" l="0" r="0" t="0"/>
          <a:stretch/>
        </p:blipFill>
        <p:spPr>
          <a:xfrm>
            <a:off x="211680" y="193974"/>
            <a:ext cx="3702815" cy="1254119"/>
          </a:xfrm>
          <a:prstGeom prst="rect">
            <a:avLst/>
          </a:prstGeom>
          <a:noFill/>
          <a:ln>
            <a:noFill/>
          </a:ln>
        </p:spPr>
      </p:pic>
      <p:sp>
        <p:nvSpPr>
          <p:cNvPr id="818" name="Google Shape;818;p57"/>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3. 프로젝트 개발</a:t>
            </a:r>
            <a:endParaRPr b="1" sz="1600">
              <a:solidFill>
                <a:srgbClr val="242A44"/>
              </a:solidFill>
              <a:latin typeface="Noto Sans KR"/>
              <a:ea typeface="Noto Sans KR"/>
              <a:cs typeface="Noto Sans KR"/>
              <a:sym typeface="Noto Sans KR"/>
            </a:endParaRPr>
          </a:p>
        </p:txBody>
      </p:sp>
      <p:sp>
        <p:nvSpPr>
          <p:cNvPr id="819" name="Google Shape;819;p57"/>
          <p:cNvSpPr/>
          <p:nvPr/>
        </p:nvSpPr>
        <p:spPr>
          <a:xfrm>
            <a:off x="245358" y="1272050"/>
            <a:ext cx="2048700" cy="432900"/>
          </a:xfrm>
          <a:prstGeom prst="roundRect">
            <a:avLst>
              <a:gd fmla="val 16667" name="adj"/>
            </a:avLst>
          </a:prstGeom>
          <a:solidFill>
            <a:srgbClr val="1F497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FFFFFF"/>
                </a:solidFill>
                <a:latin typeface="Noto Sans KR"/>
                <a:ea typeface="Noto Sans KR"/>
                <a:cs typeface="Noto Sans KR"/>
                <a:sym typeface="Noto Sans KR"/>
              </a:rPr>
              <a:t>4. 상품</a:t>
            </a:r>
            <a:r>
              <a:rPr b="1" lang="ko" sz="1700">
                <a:solidFill>
                  <a:srgbClr val="FFFFFF"/>
                </a:solidFill>
                <a:latin typeface="Noto Sans KR"/>
                <a:ea typeface="Noto Sans KR"/>
                <a:cs typeface="Noto Sans KR"/>
                <a:sym typeface="Noto Sans KR"/>
              </a:rPr>
              <a:t>관리</a:t>
            </a:r>
            <a:endParaRPr b="1" sz="1700">
              <a:solidFill>
                <a:srgbClr val="FFFFFF"/>
              </a:solidFill>
              <a:latin typeface="Noto Sans KR"/>
              <a:ea typeface="Noto Sans KR"/>
              <a:cs typeface="Noto Sans KR"/>
              <a:sym typeface="Noto Sans KR"/>
            </a:endParaRPr>
          </a:p>
        </p:txBody>
      </p:sp>
      <p:sp>
        <p:nvSpPr>
          <p:cNvPr id="820" name="Google Shape;820;p57"/>
          <p:cNvSpPr txBox="1"/>
          <p:nvPr/>
        </p:nvSpPr>
        <p:spPr>
          <a:xfrm>
            <a:off x="165500" y="1774175"/>
            <a:ext cx="2972700" cy="12063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Font typeface="Noto Sans KR"/>
              <a:buChar char="●"/>
            </a:pPr>
            <a:r>
              <a:rPr b="1" lang="ko" sz="1500">
                <a:latin typeface="Noto Sans KR"/>
                <a:ea typeface="Noto Sans KR"/>
                <a:cs typeface="Noto Sans KR"/>
                <a:sym typeface="Noto Sans KR"/>
              </a:rPr>
              <a:t>판매자별 조건 조회</a:t>
            </a:r>
            <a:r>
              <a:rPr lang="ko" sz="1500">
                <a:latin typeface="Noto Sans KR"/>
                <a:ea typeface="Noto Sans KR"/>
                <a:cs typeface="Noto Sans KR"/>
                <a:sym typeface="Noto Sans KR"/>
              </a:rPr>
              <a:t> 가능</a:t>
            </a:r>
            <a:endParaRPr sz="1500">
              <a:latin typeface="Noto Sans KR"/>
              <a:ea typeface="Noto Sans KR"/>
              <a:cs typeface="Noto Sans KR"/>
              <a:sym typeface="Noto Sans KR"/>
            </a:endParaRPr>
          </a:p>
          <a:p>
            <a:pPr indent="-323850" lvl="0" marL="457200" rtl="0" algn="l">
              <a:lnSpc>
                <a:spcPct val="115000"/>
              </a:lnSpc>
              <a:spcBef>
                <a:spcPts val="0"/>
              </a:spcBef>
              <a:spcAft>
                <a:spcPts val="0"/>
              </a:spcAft>
              <a:buSzPts val="1500"/>
              <a:buFont typeface="Noto Sans KR"/>
              <a:buChar char="●"/>
            </a:pPr>
            <a:r>
              <a:rPr lang="ko" sz="1500">
                <a:latin typeface="Noto Sans KR"/>
                <a:ea typeface="Noto Sans KR"/>
                <a:cs typeface="Noto Sans KR"/>
                <a:sym typeface="Noto Sans KR"/>
              </a:rPr>
              <a:t>상품별 </a:t>
            </a:r>
            <a:r>
              <a:rPr b="1" lang="ko" sz="1500">
                <a:latin typeface="Noto Sans KR"/>
                <a:ea typeface="Noto Sans KR"/>
                <a:cs typeface="Noto Sans KR"/>
                <a:sym typeface="Noto Sans KR"/>
              </a:rPr>
              <a:t>세부 정보 확인</a:t>
            </a:r>
            <a:endParaRPr b="1" sz="1500">
              <a:latin typeface="Noto Sans KR"/>
              <a:ea typeface="Noto Sans KR"/>
              <a:cs typeface="Noto Sans KR"/>
              <a:sym typeface="Noto Sans KR"/>
            </a:endParaRPr>
          </a:p>
          <a:p>
            <a:pPr indent="-323850" lvl="0" marL="457200" rtl="0" algn="l">
              <a:lnSpc>
                <a:spcPct val="115000"/>
              </a:lnSpc>
              <a:spcBef>
                <a:spcPts val="0"/>
              </a:spcBef>
              <a:spcAft>
                <a:spcPts val="0"/>
              </a:spcAft>
              <a:buSzPts val="1500"/>
              <a:buFont typeface="Noto Sans KR"/>
              <a:buChar char="●"/>
            </a:pPr>
            <a:r>
              <a:rPr lang="ko" sz="1500">
                <a:latin typeface="Noto Sans KR"/>
                <a:ea typeface="Noto Sans KR"/>
                <a:cs typeface="Noto Sans KR"/>
                <a:sym typeface="Noto Sans KR"/>
              </a:rPr>
              <a:t>상품정보 </a:t>
            </a:r>
            <a:r>
              <a:rPr b="1" lang="ko" sz="1500">
                <a:latin typeface="Noto Sans KR"/>
                <a:ea typeface="Noto Sans KR"/>
                <a:cs typeface="Noto Sans KR"/>
                <a:sym typeface="Noto Sans KR"/>
              </a:rPr>
              <a:t>수정 및 삭제</a:t>
            </a:r>
            <a:endParaRPr b="1" sz="1500">
              <a:latin typeface="Noto Sans KR"/>
              <a:ea typeface="Noto Sans KR"/>
              <a:cs typeface="Noto Sans KR"/>
              <a:sym typeface="Noto Sans KR"/>
            </a:endParaRPr>
          </a:p>
        </p:txBody>
      </p:sp>
      <p:sp>
        <p:nvSpPr>
          <p:cNvPr id="821" name="Google Shape;821;p57"/>
          <p:cNvSpPr/>
          <p:nvPr/>
        </p:nvSpPr>
        <p:spPr>
          <a:xfrm>
            <a:off x="2968050" y="1875050"/>
            <a:ext cx="2091300" cy="4329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2" name="Google Shape;822;p57"/>
          <p:cNvSpPr/>
          <p:nvPr/>
        </p:nvSpPr>
        <p:spPr>
          <a:xfrm>
            <a:off x="2974799" y="1581876"/>
            <a:ext cx="483000" cy="2079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A44"/>
        </a:solidFill>
      </p:bgPr>
    </p:bg>
    <p:spTree>
      <p:nvGrpSpPr>
        <p:cNvPr id="826" name="Shape 826"/>
        <p:cNvGrpSpPr/>
        <p:nvPr/>
      </p:nvGrpSpPr>
      <p:grpSpPr>
        <a:xfrm>
          <a:off x="0" y="0"/>
          <a:ext cx="0" cy="0"/>
          <a:chOff x="0" y="0"/>
          <a:chExt cx="0" cy="0"/>
        </a:xfrm>
      </p:grpSpPr>
      <p:pic>
        <p:nvPicPr>
          <p:cNvPr id="827" name="Google Shape;827;p58"/>
          <p:cNvPicPr preferRelativeResize="0"/>
          <p:nvPr/>
        </p:nvPicPr>
        <p:blipFill rotWithShape="1">
          <a:blip r:embed="rId3">
            <a:alphaModFix/>
          </a:blip>
          <a:srcRect b="0" l="0" r="0" t="0"/>
          <a:stretch/>
        </p:blipFill>
        <p:spPr>
          <a:xfrm>
            <a:off x="0" y="0"/>
            <a:ext cx="9142858" cy="5142857"/>
          </a:xfrm>
          <a:prstGeom prst="rect">
            <a:avLst/>
          </a:prstGeom>
          <a:noFill/>
          <a:ln>
            <a:noFill/>
          </a:ln>
        </p:spPr>
      </p:pic>
      <p:pic>
        <p:nvPicPr>
          <p:cNvPr id="828" name="Google Shape;828;p58"/>
          <p:cNvPicPr preferRelativeResize="0"/>
          <p:nvPr/>
        </p:nvPicPr>
        <p:blipFill rotWithShape="1">
          <a:blip r:embed="rId4">
            <a:alphaModFix/>
          </a:blip>
          <a:srcRect b="0" l="0" r="0" t="0"/>
          <a:stretch/>
        </p:blipFill>
        <p:spPr>
          <a:xfrm>
            <a:off x="4443239" y="0"/>
            <a:ext cx="256379" cy="128256"/>
          </a:xfrm>
          <a:prstGeom prst="rect">
            <a:avLst/>
          </a:prstGeom>
          <a:noFill/>
          <a:ln>
            <a:noFill/>
          </a:ln>
        </p:spPr>
      </p:pic>
      <p:sp>
        <p:nvSpPr>
          <p:cNvPr id="829" name="Google Shape;829;p58"/>
          <p:cNvSpPr txBox="1"/>
          <p:nvPr/>
        </p:nvSpPr>
        <p:spPr>
          <a:xfrm>
            <a:off x="1341922" y="2163575"/>
            <a:ext cx="6459000" cy="81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4100">
                <a:solidFill>
                  <a:srgbClr val="F0660C"/>
                </a:solidFill>
                <a:latin typeface="Noto Sans KR"/>
                <a:ea typeface="Noto Sans KR"/>
                <a:cs typeface="Noto Sans KR"/>
                <a:sym typeface="Noto Sans KR"/>
              </a:rPr>
              <a:t>4</a:t>
            </a:r>
            <a:r>
              <a:rPr b="1" lang="ko" sz="4100">
                <a:solidFill>
                  <a:srgbClr val="F0660C"/>
                </a:solidFill>
                <a:latin typeface="Noto Sans KR"/>
                <a:ea typeface="Noto Sans KR"/>
                <a:cs typeface="Noto Sans KR"/>
                <a:sym typeface="Noto Sans KR"/>
              </a:rPr>
              <a:t>. 프로젝트 시연</a:t>
            </a:r>
            <a:endParaRPr b="1" sz="4100">
              <a:solidFill>
                <a:srgbClr val="F0660C"/>
              </a:solidFill>
              <a:latin typeface="Noto Sans KR"/>
              <a:ea typeface="Noto Sans KR"/>
              <a:cs typeface="Noto Sans KR"/>
              <a:sym typeface="Noto Sans KR"/>
            </a:endParaRPr>
          </a:p>
        </p:txBody>
      </p:sp>
      <p:sp>
        <p:nvSpPr>
          <p:cNvPr id="830" name="Google Shape;830;p58"/>
          <p:cNvSpPr txBox="1"/>
          <p:nvPr/>
        </p:nvSpPr>
        <p:spPr>
          <a:xfrm>
            <a:off x="102550" y="4717666"/>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B7B7B7"/>
                </a:solidFill>
                <a:latin typeface="Noto Sans KR"/>
                <a:ea typeface="Noto Sans KR"/>
                <a:cs typeface="Noto Sans KR"/>
                <a:sym typeface="Noto Sans KR"/>
              </a:rPr>
              <a:t>소비자 중심 </a:t>
            </a:r>
            <a:r>
              <a:rPr b="1" lang="ko" sz="800">
                <a:solidFill>
                  <a:srgbClr val="B7B7B7"/>
                </a:solidFill>
                <a:latin typeface="Noto Sans KR"/>
                <a:ea typeface="Noto Sans KR"/>
                <a:cs typeface="Noto Sans KR"/>
                <a:sym typeface="Noto Sans KR"/>
              </a:rPr>
              <a:t>JM ERP Solution</a:t>
            </a:r>
            <a:endParaRPr b="1" sz="800">
              <a:solidFill>
                <a:srgbClr val="B7B7B7"/>
              </a:solidFill>
              <a:latin typeface="Noto Sans KR"/>
              <a:ea typeface="Noto Sans KR"/>
              <a:cs typeface="Noto Sans KR"/>
              <a:sym typeface="Noto Sans K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834" name="Shape 834"/>
        <p:cNvGrpSpPr/>
        <p:nvPr/>
      </p:nvGrpSpPr>
      <p:grpSpPr>
        <a:xfrm>
          <a:off x="0" y="0"/>
          <a:ext cx="0" cy="0"/>
          <a:chOff x="0" y="0"/>
          <a:chExt cx="0" cy="0"/>
        </a:xfrm>
      </p:grpSpPr>
      <p:pic>
        <p:nvPicPr>
          <p:cNvPr id="835" name="Google Shape;835;p59"/>
          <p:cNvPicPr preferRelativeResize="0"/>
          <p:nvPr/>
        </p:nvPicPr>
        <p:blipFill>
          <a:blip r:embed="rId3">
            <a:alphaModFix/>
          </a:blip>
          <a:stretch>
            <a:fillRect/>
          </a:stretch>
        </p:blipFill>
        <p:spPr>
          <a:xfrm>
            <a:off x="0" y="371882"/>
            <a:ext cx="9144001" cy="4849586"/>
          </a:xfrm>
          <a:prstGeom prst="rect">
            <a:avLst/>
          </a:prstGeom>
          <a:noFill/>
          <a:ln>
            <a:noFill/>
          </a:ln>
        </p:spPr>
      </p:pic>
      <p:pic>
        <p:nvPicPr>
          <p:cNvPr id="836" name="Google Shape;836;p59"/>
          <p:cNvPicPr preferRelativeResize="0"/>
          <p:nvPr/>
        </p:nvPicPr>
        <p:blipFill rotWithShape="1">
          <a:blip r:embed="rId4">
            <a:alphaModFix/>
          </a:blip>
          <a:srcRect b="0" l="0" r="0" t="0"/>
          <a:stretch/>
        </p:blipFill>
        <p:spPr>
          <a:xfrm>
            <a:off x="4443239" y="0"/>
            <a:ext cx="256379" cy="128256"/>
          </a:xfrm>
          <a:prstGeom prst="rect">
            <a:avLst/>
          </a:prstGeom>
          <a:noFill/>
          <a:ln>
            <a:noFill/>
          </a:ln>
        </p:spPr>
      </p:pic>
      <p:sp>
        <p:nvSpPr>
          <p:cNvPr id="837" name="Google Shape;837;p59"/>
          <p:cNvSpPr txBox="1"/>
          <p:nvPr/>
        </p:nvSpPr>
        <p:spPr>
          <a:xfrm>
            <a:off x="3847152" y="3076579"/>
            <a:ext cx="3024300" cy="307800"/>
          </a:xfrm>
          <a:prstGeom prst="rect">
            <a:avLst/>
          </a:prstGeom>
          <a:noFill/>
          <a:ln>
            <a:noFill/>
          </a:ln>
        </p:spPr>
        <p:txBody>
          <a:bodyPr anchorCtr="0" anchor="t" bIns="45700" lIns="91425" spcFirstLastPara="1" rIns="91425" wrap="square" tIns="45700">
            <a:spAutoFit/>
          </a:bodyPr>
          <a:lstStyle/>
          <a:p>
            <a:pPr indent="0" lvl="0" marL="457200" marR="0" rtl="0" algn="l">
              <a:spcBef>
                <a:spcPts val="0"/>
              </a:spcBef>
              <a:spcAft>
                <a:spcPts val="0"/>
              </a:spcAft>
              <a:buNone/>
            </a:pPr>
            <a:r>
              <a:t/>
            </a:r>
            <a:endParaRPr/>
          </a:p>
        </p:txBody>
      </p:sp>
      <p:sp>
        <p:nvSpPr>
          <p:cNvPr id="838" name="Google Shape;838;p59"/>
          <p:cNvSpPr txBox="1"/>
          <p:nvPr/>
        </p:nvSpPr>
        <p:spPr>
          <a:xfrm>
            <a:off x="4265700" y="2557725"/>
            <a:ext cx="5312400" cy="1628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t/>
            </a:r>
            <a:endParaRPr/>
          </a:p>
        </p:txBody>
      </p:sp>
      <p:sp>
        <p:nvSpPr>
          <p:cNvPr id="839" name="Google Shape;839;p59"/>
          <p:cNvSpPr txBox="1"/>
          <p:nvPr/>
        </p:nvSpPr>
        <p:spPr>
          <a:xfrm>
            <a:off x="1527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4</a:t>
            </a:r>
            <a:r>
              <a:rPr b="1" lang="ko" sz="1600">
                <a:solidFill>
                  <a:srgbClr val="242A44"/>
                </a:solidFill>
                <a:latin typeface="Noto Sans KR"/>
                <a:ea typeface="Noto Sans KR"/>
                <a:cs typeface="Noto Sans KR"/>
                <a:sym typeface="Noto Sans KR"/>
              </a:rPr>
              <a:t>. 프로젝트 시연</a:t>
            </a:r>
            <a:endParaRPr b="1" sz="1600">
              <a:solidFill>
                <a:srgbClr val="242A44"/>
              </a:solidFill>
              <a:latin typeface="Noto Sans KR"/>
              <a:ea typeface="Noto Sans KR"/>
              <a:cs typeface="Noto Sans KR"/>
              <a:sym typeface="Noto Sans KR"/>
            </a:endParaRPr>
          </a:p>
        </p:txBody>
      </p:sp>
      <p:sp>
        <p:nvSpPr>
          <p:cNvPr id="840" name="Google Shape;840;p59"/>
          <p:cNvSpPr/>
          <p:nvPr/>
        </p:nvSpPr>
        <p:spPr>
          <a:xfrm>
            <a:off x="-131" y="371906"/>
            <a:ext cx="9144000" cy="7200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41" name="Google Shape;841;p59"/>
          <p:cNvGrpSpPr/>
          <p:nvPr/>
        </p:nvGrpSpPr>
        <p:grpSpPr>
          <a:xfrm>
            <a:off x="3828451" y="999262"/>
            <a:ext cx="1487083" cy="555860"/>
            <a:chOff x="4518075" y="3415775"/>
            <a:chExt cx="1930775" cy="832500"/>
          </a:xfrm>
        </p:grpSpPr>
        <p:sp>
          <p:nvSpPr>
            <p:cNvPr id="842" name="Google Shape;842;p59"/>
            <p:cNvSpPr/>
            <p:nvPr/>
          </p:nvSpPr>
          <p:spPr>
            <a:xfrm>
              <a:off x="4518075" y="3415775"/>
              <a:ext cx="1913700" cy="832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F497D"/>
                </a:solidFill>
              </a:endParaRPr>
            </a:p>
          </p:txBody>
        </p:sp>
        <p:sp>
          <p:nvSpPr>
            <p:cNvPr id="843" name="Google Shape;843;p59"/>
            <p:cNvSpPr txBox="1"/>
            <p:nvPr/>
          </p:nvSpPr>
          <p:spPr>
            <a:xfrm>
              <a:off x="4535150" y="3484731"/>
              <a:ext cx="1913700" cy="69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000">
                  <a:solidFill>
                    <a:srgbClr val="1F497D"/>
                  </a:solidFill>
                  <a:latin typeface="Noto Sans KR"/>
                  <a:ea typeface="Noto Sans KR"/>
                  <a:cs typeface="Noto Sans KR"/>
                  <a:sym typeface="Noto Sans KR"/>
                </a:rPr>
                <a:t>1. Bootstrap 적용 및 유저 라이브러리 활용</a:t>
              </a:r>
              <a:endParaRPr sz="700">
                <a:solidFill>
                  <a:srgbClr val="1F497D"/>
                </a:solidFill>
                <a:latin typeface="Noto Sans KR"/>
                <a:ea typeface="Noto Sans KR"/>
                <a:cs typeface="Noto Sans KR"/>
                <a:sym typeface="Noto Sans KR"/>
              </a:endParaRPr>
            </a:p>
          </p:txBody>
        </p:sp>
      </p:grpSp>
      <p:grpSp>
        <p:nvGrpSpPr>
          <p:cNvPr id="844" name="Google Shape;844;p59"/>
          <p:cNvGrpSpPr/>
          <p:nvPr/>
        </p:nvGrpSpPr>
        <p:grpSpPr>
          <a:xfrm>
            <a:off x="5402210" y="999255"/>
            <a:ext cx="1602939" cy="636756"/>
            <a:chOff x="2331225" y="2261125"/>
            <a:chExt cx="1678646" cy="706800"/>
          </a:xfrm>
        </p:grpSpPr>
        <p:sp>
          <p:nvSpPr>
            <p:cNvPr id="845" name="Google Shape;845;p59"/>
            <p:cNvSpPr/>
            <p:nvPr/>
          </p:nvSpPr>
          <p:spPr>
            <a:xfrm>
              <a:off x="2331225" y="2261125"/>
              <a:ext cx="1663800" cy="7068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F497D"/>
                </a:solidFill>
              </a:endParaRPr>
            </a:p>
          </p:txBody>
        </p:sp>
        <p:sp>
          <p:nvSpPr>
            <p:cNvPr id="846" name="Google Shape;846;p59"/>
            <p:cNvSpPr txBox="1"/>
            <p:nvPr/>
          </p:nvSpPr>
          <p:spPr>
            <a:xfrm>
              <a:off x="2346071" y="2304835"/>
              <a:ext cx="1663800" cy="59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000">
                  <a:solidFill>
                    <a:srgbClr val="1F497D"/>
                  </a:solidFill>
                  <a:latin typeface="Noto Sans KR"/>
                  <a:ea typeface="Noto Sans KR"/>
                  <a:cs typeface="Noto Sans KR"/>
                  <a:sym typeface="Noto Sans KR"/>
                </a:rPr>
                <a:t>2. 템플릿을 이용하여</a:t>
              </a:r>
              <a:endParaRPr b="1" sz="1000">
                <a:solidFill>
                  <a:srgbClr val="1F497D"/>
                </a:solidFill>
                <a:latin typeface="Noto Sans KR"/>
                <a:ea typeface="Noto Sans KR"/>
                <a:cs typeface="Noto Sans KR"/>
                <a:sym typeface="Noto Sans KR"/>
              </a:endParaRPr>
            </a:p>
            <a:p>
              <a:pPr indent="0" lvl="0" marL="0" rtl="0" algn="ctr">
                <a:spcBef>
                  <a:spcPts val="0"/>
                </a:spcBef>
                <a:spcAft>
                  <a:spcPts val="0"/>
                </a:spcAft>
                <a:buNone/>
              </a:pPr>
              <a:r>
                <a:rPr b="1" lang="ko" sz="1000">
                  <a:solidFill>
                    <a:srgbClr val="1F497D"/>
                  </a:solidFill>
                  <a:latin typeface="Noto Sans KR"/>
                  <a:ea typeface="Noto Sans KR"/>
                  <a:cs typeface="Noto Sans KR"/>
                  <a:sym typeface="Noto Sans KR"/>
                </a:rPr>
                <a:t>CSS 작업시간 최소화,</a:t>
              </a:r>
              <a:endParaRPr b="1" sz="1000">
                <a:solidFill>
                  <a:srgbClr val="1F497D"/>
                </a:solidFill>
                <a:latin typeface="Noto Sans KR"/>
                <a:ea typeface="Noto Sans KR"/>
                <a:cs typeface="Noto Sans KR"/>
                <a:sym typeface="Noto Sans KR"/>
              </a:endParaRPr>
            </a:p>
            <a:p>
              <a:pPr indent="0" lvl="0" marL="0" rtl="0" algn="ctr">
                <a:spcBef>
                  <a:spcPts val="0"/>
                </a:spcBef>
                <a:spcAft>
                  <a:spcPts val="0"/>
                </a:spcAft>
                <a:buNone/>
              </a:pPr>
              <a:r>
                <a:rPr b="1" lang="ko" sz="1000">
                  <a:solidFill>
                    <a:srgbClr val="1F497D"/>
                  </a:solidFill>
                  <a:latin typeface="Noto Sans KR"/>
                  <a:ea typeface="Noto Sans KR"/>
                  <a:cs typeface="Noto Sans KR"/>
                  <a:sym typeface="Noto Sans KR"/>
                </a:rPr>
                <a:t>커스텀으로 차별성 부여</a:t>
              </a:r>
              <a:endParaRPr b="1" sz="1000">
                <a:solidFill>
                  <a:srgbClr val="1F497D"/>
                </a:solidFill>
                <a:latin typeface="Noto Sans KR"/>
                <a:ea typeface="Noto Sans KR"/>
                <a:cs typeface="Noto Sans KR"/>
                <a:sym typeface="Noto Sans KR"/>
              </a:endParaRPr>
            </a:p>
          </p:txBody>
        </p:sp>
      </p:grpSp>
      <p:sp>
        <p:nvSpPr>
          <p:cNvPr id="847" name="Google Shape;847;p59"/>
          <p:cNvSpPr/>
          <p:nvPr/>
        </p:nvSpPr>
        <p:spPr>
          <a:xfrm>
            <a:off x="1169325" y="1555125"/>
            <a:ext cx="2462700" cy="3277800"/>
          </a:xfrm>
          <a:prstGeom prst="rect">
            <a:avLst/>
          </a:prstGeom>
          <a:noFill/>
          <a:ln cap="flat" cmpd="sng" w="19050">
            <a:solidFill>
              <a:srgbClr val="FB15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48" name="Google Shape;848;p59"/>
          <p:cNvGrpSpPr/>
          <p:nvPr/>
        </p:nvGrpSpPr>
        <p:grpSpPr>
          <a:xfrm>
            <a:off x="2292086" y="4186125"/>
            <a:ext cx="2097787" cy="832500"/>
            <a:chOff x="4518075" y="3415775"/>
            <a:chExt cx="1930775" cy="832500"/>
          </a:xfrm>
        </p:grpSpPr>
        <p:sp>
          <p:nvSpPr>
            <p:cNvPr id="849" name="Google Shape;849;p59"/>
            <p:cNvSpPr/>
            <p:nvPr/>
          </p:nvSpPr>
          <p:spPr>
            <a:xfrm>
              <a:off x="4518075" y="3415775"/>
              <a:ext cx="1913700" cy="832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F497D"/>
                </a:solidFill>
              </a:endParaRPr>
            </a:p>
          </p:txBody>
        </p:sp>
        <p:sp>
          <p:nvSpPr>
            <p:cNvPr id="850" name="Google Shape;850;p59"/>
            <p:cNvSpPr txBox="1"/>
            <p:nvPr/>
          </p:nvSpPr>
          <p:spPr>
            <a:xfrm>
              <a:off x="4535150" y="3467263"/>
              <a:ext cx="1913700" cy="69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200">
                  <a:solidFill>
                    <a:srgbClr val="1F497D"/>
                  </a:solidFill>
                  <a:latin typeface="Noto Sans KR"/>
                  <a:ea typeface="Noto Sans KR"/>
                  <a:cs typeface="Noto Sans KR"/>
                  <a:sym typeface="Noto Sans KR"/>
                </a:rPr>
                <a:t>3. Calendar, Weather 등 유저 라이브러리 및 API 이용 ➡️ 개발기간 단축</a:t>
              </a:r>
              <a:endParaRPr b="1" sz="1200">
                <a:solidFill>
                  <a:srgbClr val="1F497D"/>
                </a:solidFill>
                <a:latin typeface="Noto Sans KR"/>
                <a:ea typeface="Noto Sans KR"/>
                <a:cs typeface="Noto Sans KR"/>
                <a:sym typeface="Noto Sans KR"/>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A44"/>
        </a:solidFill>
      </p:bgPr>
    </p:bg>
    <p:spTree>
      <p:nvGrpSpPr>
        <p:cNvPr id="854" name="Shape 854"/>
        <p:cNvGrpSpPr/>
        <p:nvPr/>
      </p:nvGrpSpPr>
      <p:grpSpPr>
        <a:xfrm>
          <a:off x="0" y="0"/>
          <a:ext cx="0" cy="0"/>
          <a:chOff x="0" y="0"/>
          <a:chExt cx="0" cy="0"/>
        </a:xfrm>
      </p:grpSpPr>
      <p:pic>
        <p:nvPicPr>
          <p:cNvPr id="855" name="Google Shape;855;p60"/>
          <p:cNvPicPr preferRelativeResize="0"/>
          <p:nvPr/>
        </p:nvPicPr>
        <p:blipFill rotWithShape="1">
          <a:blip r:embed="rId3">
            <a:alphaModFix/>
          </a:blip>
          <a:srcRect b="0" l="0" r="0" t="0"/>
          <a:stretch/>
        </p:blipFill>
        <p:spPr>
          <a:xfrm>
            <a:off x="0" y="0"/>
            <a:ext cx="9142858" cy="5142857"/>
          </a:xfrm>
          <a:prstGeom prst="rect">
            <a:avLst/>
          </a:prstGeom>
          <a:noFill/>
          <a:ln>
            <a:noFill/>
          </a:ln>
        </p:spPr>
      </p:pic>
      <p:pic>
        <p:nvPicPr>
          <p:cNvPr id="856" name="Google Shape;856;p60"/>
          <p:cNvPicPr preferRelativeResize="0"/>
          <p:nvPr/>
        </p:nvPicPr>
        <p:blipFill rotWithShape="1">
          <a:blip r:embed="rId4">
            <a:alphaModFix/>
          </a:blip>
          <a:srcRect b="0" l="0" r="0" t="0"/>
          <a:stretch/>
        </p:blipFill>
        <p:spPr>
          <a:xfrm>
            <a:off x="4443239" y="0"/>
            <a:ext cx="256379" cy="128256"/>
          </a:xfrm>
          <a:prstGeom prst="rect">
            <a:avLst/>
          </a:prstGeom>
          <a:noFill/>
          <a:ln>
            <a:noFill/>
          </a:ln>
        </p:spPr>
      </p:pic>
      <p:sp>
        <p:nvSpPr>
          <p:cNvPr id="857" name="Google Shape;857;p60"/>
          <p:cNvSpPr txBox="1"/>
          <p:nvPr/>
        </p:nvSpPr>
        <p:spPr>
          <a:xfrm>
            <a:off x="1341922" y="2163575"/>
            <a:ext cx="6459000" cy="81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4100">
                <a:solidFill>
                  <a:srgbClr val="F0660C"/>
                </a:solidFill>
                <a:latin typeface="Noto Sans KR"/>
                <a:ea typeface="Noto Sans KR"/>
                <a:cs typeface="Noto Sans KR"/>
                <a:sym typeface="Noto Sans KR"/>
              </a:rPr>
              <a:t>5</a:t>
            </a:r>
            <a:r>
              <a:rPr b="1" lang="ko" sz="4100">
                <a:solidFill>
                  <a:srgbClr val="F0660C"/>
                </a:solidFill>
                <a:latin typeface="Noto Sans KR"/>
                <a:ea typeface="Noto Sans KR"/>
                <a:cs typeface="Noto Sans KR"/>
                <a:sym typeface="Noto Sans KR"/>
              </a:rPr>
              <a:t>. 프로젝트 후기</a:t>
            </a:r>
            <a:endParaRPr b="1" sz="4100">
              <a:solidFill>
                <a:srgbClr val="F0660C"/>
              </a:solidFill>
              <a:latin typeface="Noto Sans KR"/>
              <a:ea typeface="Noto Sans KR"/>
              <a:cs typeface="Noto Sans KR"/>
              <a:sym typeface="Noto Sans KR"/>
            </a:endParaRPr>
          </a:p>
        </p:txBody>
      </p:sp>
      <p:sp>
        <p:nvSpPr>
          <p:cNvPr id="858" name="Google Shape;858;p60"/>
          <p:cNvSpPr txBox="1"/>
          <p:nvPr/>
        </p:nvSpPr>
        <p:spPr>
          <a:xfrm>
            <a:off x="102550" y="4717666"/>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B7B7B7"/>
                </a:solidFill>
                <a:latin typeface="Noto Sans KR"/>
                <a:ea typeface="Noto Sans KR"/>
                <a:cs typeface="Noto Sans KR"/>
                <a:sym typeface="Noto Sans KR"/>
              </a:rPr>
              <a:t>소비자 중심 </a:t>
            </a:r>
            <a:r>
              <a:rPr b="1" lang="ko" sz="800">
                <a:solidFill>
                  <a:srgbClr val="B7B7B7"/>
                </a:solidFill>
                <a:latin typeface="Noto Sans KR"/>
                <a:ea typeface="Noto Sans KR"/>
                <a:cs typeface="Noto Sans KR"/>
                <a:sym typeface="Noto Sans KR"/>
              </a:rPr>
              <a:t>JM ERP Solution</a:t>
            </a:r>
            <a:endParaRPr b="1" sz="800">
              <a:solidFill>
                <a:srgbClr val="B7B7B7"/>
              </a:solidFill>
              <a:latin typeface="Noto Sans KR"/>
              <a:ea typeface="Noto Sans KR"/>
              <a:cs typeface="Noto Sans KR"/>
              <a:sym typeface="Noto Sans K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862" name="Shape 862"/>
        <p:cNvGrpSpPr/>
        <p:nvPr/>
      </p:nvGrpSpPr>
      <p:grpSpPr>
        <a:xfrm>
          <a:off x="0" y="0"/>
          <a:ext cx="0" cy="0"/>
          <a:chOff x="0" y="0"/>
          <a:chExt cx="0" cy="0"/>
        </a:xfrm>
      </p:grpSpPr>
      <p:sp>
        <p:nvSpPr>
          <p:cNvPr id="863" name="Google Shape;863;p61"/>
          <p:cNvSpPr/>
          <p:nvPr/>
        </p:nvSpPr>
        <p:spPr>
          <a:xfrm>
            <a:off x="619606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4" name="Google Shape;864;p61"/>
          <p:cNvSpPr/>
          <p:nvPr/>
        </p:nvSpPr>
        <p:spPr>
          <a:xfrm flipH="1" rot="-6880760">
            <a:off x="4943245" y="2483584"/>
            <a:ext cx="513724" cy="1247761"/>
          </a:xfrm>
          <a:prstGeom prst="triangle">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5" name="Google Shape;865;p61"/>
          <p:cNvSpPr/>
          <p:nvPr/>
        </p:nvSpPr>
        <p:spPr>
          <a:xfrm rot="7304579">
            <a:off x="2838860" y="2895810"/>
            <a:ext cx="548555" cy="902493"/>
          </a:xfrm>
          <a:prstGeom prst="triangle">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66" name="Google Shape;866;p61"/>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867" name="Google Shape;867;p61"/>
          <p:cNvSpPr txBox="1"/>
          <p:nvPr/>
        </p:nvSpPr>
        <p:spPr>
          <a:xfrm>
            <a:off x="147075" y="294475"/>
            <a:ext cx="88446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rPr>
              <a:t>팀원별 후기</a:t>
            </a:r>
            <a:endParaRPr b="1" sz="2100">
              <a:solidFill>
                <a:srgbClr val="242A44"/>
              </a:solidFill>
            </a:endParaRPr>
          </a:p>
        </p:txBody>
      </p:sp>
      <p:sp>
        <p:nvSpPr>
          <p:cNvPr id="868" name="Google Shape;868;p61"/>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5</a:t>
            </a:r>
            <a:r>
              <a:rPr b="1" lang="ko" sz="1600">
                <a:solidFill>
                  <a:srgbClr val="242A44"/>
                </a:solidFill>
                <a:latin typeface="Noto Sans KR"/>
                <a:ea typeface="Noto Sans KR"/>
                <a:cs typeface="Noto Sans KR"/>
                <a:sym typeface="Noto Sans KR"/>
              </a:rPr>
              <a:t>. 프로젝트 후기</a:t>
            </a:r>
            <a:endParaRPr b="1" sz="1600">
              <a:solidFill>
                <a:srgbClr val="242A44"/>
              </a:solidFill>
              <a:latin typeface="Noto Sans KR"/>
              <a:ea typeface="Noto Sans KR"/>
              <a:cs typeface="Noto Sans KR"/>
              <a:sym typeface="Noto Sans KR"/>
            </a:endParaRPr>
          </a:p>
        </p:txBody>
      </p:sp>
      <p:sp>
        <p:nvSpPr>
          <p:cNvPr id="869" name="Google Shape;869;p61"/>
          <p:cNvSpPr/>
          <p:nvPr/>
        </p:nvSpPr>
        <p:spPr>
          <a:xfrm>
            <a:off x="3218522" y="3640150"/>
            <a:ext cx="1199700" cy="1217700"/>
          </a:xfrm>
          <a:prstGeom prst="ellipse">
            <a:avLst/>
          </a:prstGeom>
          <a:solidFill>
            <a:schemeClr val="lt1"/>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0" name="Google Shape;870;p61"/>
          <p:cNvSpPr/>
          <p:nvPr/>
        </p:nvSpPr>
        <p:spPr>
          <a:xfrm>
            <a:off x="28115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71" name="Google Shape;871;p61"/>
          <p:cNvPicPr preferRelativeResize="0"/>
          <p:nvPr/>
        </p:nvPicPr>
        <p:blipFill>
          <a:blip r:embed="rId4">
            <a:alphaModFix amt="25000"/>
          </a:blip>
          <a:stretch>
            <a:fillRect/>
          </a:stretch>
        </p:blipFill>
        <p:spPr>
          <a:xfrm>
            <a:off x="373800" y="3717388"/>
            <a:ext cx="1017300" cy="1063224"/>
          </a:xfrm>
          <a:prstGeom prst="rect">
            <a:avLst/>
          </a:prstGeom>
          <a:noFill/>
          <a:ln>
            <a:noFill/>
          </a:ln>
        </p:spPr>
      </p:pic>
      <p:pic>
        <p:nvPicPr>
          <p:cNvPr id="872" name="Google Shape;872;p61"/>
          <p:cNvPicPr preferRelativeResize="0"/>
          <p:nvPr/>
        </p:nvPicPr>
        <p:blipFill>
          <a:blip r:embed="rId5">
            <a:alphaModFix/>
          </a:blip>
          <a:stretch>
            <a:fillRect/>
          </a:stretch>
        </p:blipFill>
        <p:spPr>
          <a:xfrm>
            <a:off x="3226796" y="3659025"/>
            <a:ext cx="1179950" cy="1179950"/>
          </a:xfrm>
          <a:prstGeom prst="rect">
            <a:avLst/>
          </a:prstGeom>
          <a:noFill/>
          <a:ln>
            <a:noFill/>
          </a:ln>
        </p:spPr>
      </p:pic>
      <p:sp>
        <p:nvSpPr>
          <p:cNvPr id="873" name="Google Shape;873;p61"/>
          <p:cNvSpPr/>
          <p:nvPr/>
        </p:nvSpPr>
        <p:spPr>
          <a:xfrm>
            <a:off x="1770722"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4" name="Google Shape;874;p61"/>
          <p:cNvSpPr/>
          <p:nvPr/>
        </p:nvSpPr>
        <p:spPr>
          <a:xfrm>
            <a:off x="4708095"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5" name="Google Shape;875;p61"/>
          <p:cNvSpPr/>
          <p:nvPr/>
        </p:nvSpPr>
        <p:spPr>
          <a:xfrm>
            <a:off x="764386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6" name="Google Shape;876;p61"/>
          <p:cNvSpPr/>
          <p:nvPr/>
        </p:nvSpPr>
        <p:spPr>
          <a:xfrm>
            <a:off x="259078"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7" name="Google Shape;877;p61"/>
          <p:cNvSpPr txBox="1"/>
          <p:nvPr/>
        </p:nvSpPr>
        <p:spPr>
          <a:xfrm>
            <a:off x="382216"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김예은</a:t>
            </a:r>
            <a:endParaRPr b="1" sz="1900">
              <a:solidFill>
                <a:srgbClr val="242A44"/>
              </a:solidFill>
              <a:latin typeface="Noto Sans KR"/>
              <a:ea typeface="Noto Sans KR"/>
              <a:cs typeface="Noto Sans KR"/>
              <a:sym typeface="Noto Sans KR"/>
            </a:endParaRPr>
          </a:p>
        </p:txBody>
      </p:sp>
      <p:sp>
        <p:nvSpPr>
          <p:cNvPr id="878" name="Google Shape;878;p61"/>
          <p:cNvSpPr txBox="1"/>
          <p:nvPr/>
        </p:nvSpPr>
        <p:spPr>
          <a:xfrm>
            <a:off x="382216"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sp>
        <p:nvSpPr>
          <p:cNvPr id="879" name="Google Shape;879;p61"/>
          <p:cNvSpPr/>
          <p:nvPr/>
        </p:nvSpPr>
        <p:spPr>
          <a:xfrm>
            <a:off x="3210824" y="4639086"/>
            <a:ext cx="1263300" cy="471900"/>
          </a:xfrm>
          <a:prstGeom prst="roundRect">
            <a:avLst>
              <a:gd fmla="val 16667" name="adj"/>
            </a:avLst>
          </a:prstGeom>
          <a:solidFill>
            <a:schemeClr val="lt1"/>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0" name="Google Shape;880;p61"/>
          <p:cNvSpPr txBox="1"/>
          <p:nvPr/>
        </p:nvSpPr>
        <p:spPr>
          <a:xfrm>
            <a:off x="3333962"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문성빈</a:t>
            </a:r>
            <a:endParaRPr b="1" sz="1900">
              <a:solidFill>
                <a:srgbClr val="242A44"/>
              </a:solidFill>
              <a:latin typeface="Noto Sans KR"/>
              <a:ea typeface="Noto Sans KR"/>
              <a:cs typeface="Noto Sans KR"/>
              <a:sym typeface="Noto Sans KR"/>
            </a:endParaRPr>
          </a:p>
        </p:txBody>
      </p:sp>
      <p:sp>
        <p:nvSpPr>
          <p:cNvPr id="881" name="Google Shape;881;p61"/>
          <p:cNvSpPr txBox="1"/>
          <p:nvPr/>
        </p:nvSpPr>
        <p:spPr>
          <a:xfrm>
            <a:off x="3333962"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sp>
        <p:nvSpPr>
          <p:cNvPr id="882" name="Google Shape;882;p61"/>
          <p:cNvSpPr/>
          <p:nvPr/>
        </p:nvSpPr>
        <p:spPr>
          <a:xfrm>
            <a:off x="6162570"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3" name="Google Shape;883;p61"/>
          <p:cNvSpPr txBox="1"/>
          <p:nvPr/>
        </p:nvSpPr>
        <p:spPr>
          <a:xfrm>
            <a:off x="6285708"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박주성</a:t>
            </a:r>
            <a:endParaRPr b="1" sz="1900">
              <a:solidFill>
                <a:srgbClr val="242A44"/>
              </a:solidFill>
              <a:latin typeface="Noto Sans KR"/>
              <a:ea typeface="Noto Sans KR"/>
              <a:cs typeface="Noto Sans KR"/>
              <a:sym typeface="Noto Sans KR"/>
            </a:endParaRPr>
          </a:p>
        </p:txBody>
      </p:sp>
      <p:sp>
        <p:nvSpPr>
          <p:cNvPr id="884" name="Google Shape;884;p61"/>
          <p:cNvSpPr txBox="1"/>
          <p:nvPr/>
        </p:nvSpPr>
        <p:spPr>
          <a:xfrm>
            <a:off x="6285708"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Frontend</a:t>
            </a:r>
            <a:endParaRPr sz="900">
              <a:solidFill>
                <a:srgbClr val="242A44"/>
              </a:solidFill>
              <a:latin typeface="Noto Sans KR"/>
              <a:ea typeface="Noto Sans KR"/>
              <a:cs typeface="Noto Sans KR"/>
              <a:sym typeface="Noto Sans KR"/>
            </a:endParaRPr>
          </a:p>
        </p:txBody>
      </p:sp>
      <p:pic>
        <p:nvPicPr>
          <p:cNvPr id="885" name="Google Shape;885;p61"/>
          <p:cNvPicPr preferRelativeResize="0"/>
          <p:nvPr/>
        </p:nvPicPr>
        <p:blipFill>
          <a:blip r:embed="rId6">
            <a:alphaModFix amt="25000"/>
          </a:blip>
          <a:stretch>
            <a:fillRect/>
          </a:stretch>
        </p:blipFill>
        <p:spPr>
          <a:xfrm>
            <a:off x="4728363" y="3659025"/>
            <a:ext cx="1179950" cy="1179950"/>
          </a:xfrm>
          <a:prstGeom prst="rect">
            <a:avLst/>
          </a:prstGeom>
          <a:noFill/>
          <a:ln>
            <a:noFill/>
          </a:ln>
        </p:spPr>
      </p:pic>
      <p:sp>
        <p:nvSpPr>
          <p:cNvPr id="886" name="Google Shape;886;p61"/>
          <p:cNvSpPr/>
          <p:nvPr/>
        </p:nvSpPr>
        <p:spPr>
          <a:xfrm>
            <a:off x="4686697"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7" name="Google Shape;887;p61"/>
          <p:cNvSpPr txBox="1"/>
          <p:nvPr/>
        </p:nvSpPr>
        <p:spPr>
          <a:xfrm>
            <a:off x="4809835"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천준호</a:t>
            </a:r>
            <a:endParaRPr b="1" sz="1900">
              <a:solidFill>
                <a:srgbClr val="242A44"/>
              </a:solidFill>
              <a:latin typeface="Noto Sans KR"/>
              <a:ea typeface="Noto Sans KR"/>
              <a:cs typeface="Noto Sans KR"/>
              <a:sym typeface="Noto Sans KR"/>
            </a:endParaRPr>
          </a:p>
        </p:txBody>
      </p:sp>
      <p:sp>
        <p:nvSpPr>
          <p:cNvPr id="888" name="Google Shape;888;p61"/>
          <p:cNvSpPr txBox="1"/>
          <p:nvPr/>
        </p:nvSpPr>
        <p:spPr>
          <a:xfrm>
            <a:off x="4809835"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pic>
        <p:nvPicPr>
          <p:cNvPr id="889" name="Google Shape;889;p61"/>
          <p:cNvPicPr preferRelativeResize="0"/>
          <p:nvPr/>
        </p:nvPicPr>
        <p:blipFill rotWithShape="1">
          <a:blip r:embed="rId7">
            <a:alphaModFix amt="25000"/>
          </a:blip>
          <a:srcRect b="40803" l="6849" r="71638" t="36713"/>
          <a:stretch/>
        </p:blipFill>
        <p:spPr>
          <a:xfrm>
            <a:off x="6461850" y="3830004"/>
            <a:ext cx="747000" cy="780600"/>
          </a:xfrm>
          <a:prstGeom prst="chord">
            <a:avLst>
              <a:gd fmla="val 19556598" name="adj1"/>
              <a:gd fmla="val 16200000" name="adj2"/>
            </a:avLst>
          </a:prstGeom>
          <a:noFill/>
          <a:ln>
            <a:noFill/>
          </a:ln>
        </p:spPr>
      </p:pic>
      <p:pic>
        <p:nvPicPr>
          <p:cNvPr id="890" name="Google Shape;890;p61"/>
          <p:cNvPicPr preferRelativeResize="0"/>
          <p:nvPr/>
        </p:nvPicPr>
        <p:blipFill>
          <a:blip r:embed="rId8">
            <a:alphaModFix amt="25000"/>
          </a:blip>
          <a:stretch>
            <a:fillRect/>
          </a:stretch>
        </p:blipFill>
        <p:spPr>
          <a:xfrm>
            <a:off x="1745988" y="3649150"/>
            <a:ext cx="1199699" cy="1199699"/>
          </a:xfrm>
          <a:prstGeom prst="rect">
            <a:avLst/>
          </a:prstGeom>
          <a:noFill/>
          <a:ln>
            <a:noFill/>
          </a:ln>
        </p:spPr>
      </p:pic>
      <p:sp>
        <p:nvSpPr>
          <p:cNvPr id="891" name="Google Shape;891;p61"/>
          <p:cNvSpPr/>
          <p:nvPr/>
        </p:nvSpPr>
        <p:spPr>
          <a:xfrm>
            <a:off x="1734951"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2" name="Google Shape;892;p61"/>
          <p:cNvSpPr txBox="1"/>
          <p:nvPr/>
        </p:nvSpPr>
        <p:spPr>
          <a:xfrm>
            <a:off x="1858089"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이동규</a:t>
            </a:r>
            <a:endParaRPr b="1" sz="1900">
              <a:solidFill>
                <a:srgbClr val="242A44"/>
              </a:solidFill>
              <a:latin typeface="Noto Sans KR"/>
              <a:ea typeface="Noto Sans KR"/>
              <a:cs typeface="Noto Sans KR"/>
              <a:sym typeface="Noto Sans KR"/>
            </a:endParaRPr>
          </a:p>
        </p:txBody>
      </p:sp>
      <p:sp>
        <p:nvSpPr>
          <p:cNvPr id="893" name="Google Shape;893;p61"/>
          <p:cNvSpPr txBox="1"/>
          <p:nvPr/>
        </p:nvSpPr>
        <p:spPr>
          <a:xfrm>
            <a:off x="1858089"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pic>
        <p:nvPicPr>
          <p:cNvPr id="894" name="Google Shape;894;p61"/>
          <p:cNvPicPr preferRelativeResize="0"/>
          <p:nvPr/>
        </p:nvPicPr>
        <p:blipFill rotWithShape="1">
          <a:blip r:embed="rId9">
            <a:alphaModFix amt="25000"/>
          </a:blip>
          <a:srcRect b="14432" l="19938" r="16032" t="9803"/>
          <a:stretch/>
        </p:blipFill>
        <p:spPr>
          <a:xfrm>
            <a:off x="7899250" y="3802075"/>
            <a:ext cx="700875" cy="829325"/>
          </a:xfrm>
          <a:prstGeom prst="rect">
            <a:avLst/>
          </a:prstGeom>
          <a:noFill/>
          <a:ln>
            <a:noFill/>
          </a:ln>
        </p:spPr>
      </p:pic>
      <p:sp>
        <p:nvSpPr>
          <p:cNvPr id="895" name="Google Shape;895;p61"/>
          <p:cNvSpPr/>
          <p:nvPr/>
        </p:nvSpPr>
        <p:spPr>
          <a:xfrm>
            <a:off x="7638443"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6" name="Google Shape;896;p61"/>
          <p:cNvSpPr/>
          <p:nvPr/>
        </p:nvSpPr>
        <p:spPr>
          <a:xfrm flipH="1">
            <a:off x="531650" y="1606563"/>
            <a:ext cx="4218600" cy="1810800"/>
          </a:xfrm>
          <a:prstGeom prst="roundRect">
            <a:avLst>
              <a:gd fmla="val 16667"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7" name="Google Shape;897;p61"/>
          <p:cNvSpPr txBox="1"/>
          <p:nvPr/>
        </p:nvSpPr>
        <p:spPr>
          <a:xfrm>
            <a:off x="7761581"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서예성</a:t>
            </a:r>
            <a:endParaRPr b="1" sz="1900">
              <a:solidFill>
                <a:srgbClr val="242A44"/>
              </a:solidFill>
              <a:latin typeface="Noto Sans KR"/>
              <a:ea typeface="Noto Sans KR"/>
              <a:cs typeface="Noto Sans KR"/>
              <a:sym typeface="Noto Sans KR"/>
            </a:endParaRPr>
          </a:p>
        </p:txBody>
      </p:sp>
      <p:sp>
        <p:nvSpPr>
          <p:cNvPr id="898" name="Google Shape;898;p61"/>
          <p:cNvSpPr txBox="1"/>
          <p:nvPr/>
        </p:nvSpPr>
        <p:spPr>
          <a:xfrm>
            <a:off x="7761581"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Frontend</a:t>
            </a:r>
            <a:endParaRPr sz="900">
              <a:solidFill>
                <a:srgbClr val="242A44"/>
              </a:solidFill>
              <a:latin typeface="Noto Sans KR"/>
              <a:ea typeface="Noto Sans KR"/>
              <a:cs typeface="Noto Sans KR"/>
              <a:sym typeface="Noto Sans KR"/>
            </a:endParaRPr>
          </a:p>
        </p:txBody>
      </p:sp>
      <p:sp>
        <p:nvSpPr>
          <p:cNvPr id="899" name="Google Shape;899;p61"/>
          <p:cNvSpPr/>
          <p:nvPr/>
        </p:nvSpPr>
        <p:spPr>
          <a:xfrm>
            <a:off x="4866100" y="1970700"/>
            <a:ext cx="3588600" cy="1293900"/>
          </a:xfrm>
          <a:prstGeom prst="roundRect">
            <a:avLst>
              <a:gd fmla="val 16667"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0" name="Google Shape;900;p61"/>
          <p:cNvSpPr/>
          <p:nvPr/>
        </p:nvSpPr>
        <p:spPr>
          <a:xfrm>
            <a:off x="259078"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1" name="Google Shape;901;p61"/>
          <p:cNvSpPr/>
          <p:nvPr/>
        </p:nvSpPr>
        <p:spPr>
          <a:xfrm>
            <a:off x="1734951"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2" name="Google Shape;902;p61"/>
          <p:cNvSpPr/>
          <p:nvPr/>
        </p:nvSpPr>
        <p:spPr>
          <a:xfrm>
            <a:off x="4686697"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3" name="Google Shape;903;p61"/>
          <p:cNvSpPr/>
          <p:nvPr/>
        </p:nvSpPr>
        <p:spPr>
          <a:xfrm>
            <a:off x="6162570"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4" name="Google Shape;904;p61"/>
          <p:cNvSpPr/>
          <p:nvPr/>
        </p:nvSpPr>
        <p:spPr>
          <a:xfrm>
            <a:off x="7638443"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5" name="Google Shape;905;p61"/>
          <p:cNvSpPr txBox="1"/>
          <p:nvPr/>
        </p:nvSpPr>
        <p:spPr>
          <a:xfrm>
            <a:off x="566725" y="1306050"/>
            <a:ext cx="1636200" cy="34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1F497D"/>
                </a:solidFill>
                <a:latin typeface="Noto Sans KR"/>
                <a:ea typeface="Noto Sans KR"/>
                <a:cs typeface="Noto Sans KR"/>
                <a:sym typeface="Noto Sans KR"/>
              </a:rPr>
              <a:t>프로젝트 후기</a:t>
            </a:r>
            <a:endParaRPr b="1" sz="1700">
              <a:solidFill>
                <a:srgbClr val="1F497D"/>
              </a:solidFill>
              <a:latin typeface="Noto Sans KR"/>
              <a:ea typeface="Noto Sans KR"/>
              <a:cs typeface="Noto Sans KR"/>
              <a:sym typeface="Noto Sans KR"/>
            </a:endParaRPr>
          </a:p>
        </p:txBody>
      </p:sp>
      <p:sp>
        <p:nvSpPr>
          <p:cNvPr id="906" name="Google Shape;906;p61"/>
          <p:cNvSpPr txBox="1"/>
          <p:nvPr/>
        </p:nvSpPr>
        <p:spPr>
          <a:xfrm>
            <a:off x="620600" y="1595013"/>
            <a:ext cx="4040700" cy="18108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ko">
                <a:solidFill>
                  <a:schemeClr val="lt1"/>
                </a:solidFill>
                <a:latin typeface="Noto Sans KR"/>
                <a:ea typeface="Noto Sans KR"/>
                <a:cs typeface="Noto Sans KR"/>
                <a:sym typeface="Noto Sans KR"/>
              </a:rPr>
              <a:t>전체적으로 개발 진도가 빠르고 수준 높은 기능들이 많아서 배울점이 많았다. 좋은 팀원들을 만난 덕에 좋은 결과물이 나온것 같아 만족스럽다. 다만, 설계기간을 조금 더 가져서 단단하게 진행했으면</a:t>
            </a:r>
            <a:endParaRPr>
              <a:solidFill>
                <a:schemeClr val="lt1"/>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lang="ko">
                <a:solidFill>
                  <a:schemeClr val="lt1"/>
                </a:solidFill>
                <a:latin typeface="Noto Sans KR"/>
                <a:ea typeface="Noto Sans KR"/>
                <a:cs typeface="Noto Sans KR"/>
                <a:sym typeface="Noto Sans KR"/>
              </a:rPr>
              <a:t>목표했던 바를 전부 이뤘을 것 같아 아쉽다. </a:t>
            </a:r>
            <a:endParaRPr>
              <a:solidFill>
                <a:schemeClr val="lt1"/>
              </a:solidFill>
              <a:latin typeface="Noto Sans KR"/>
              <a:ea typeface="Noto Sans KR"/>
              <a:cs typeface="Noto Sans KR"/>
              <a:sym typeface="Noto Sans KR"/>
            </a:endParaRPr>
          </a:p>
        </p:txBody>
      </p:sp>
      <p:sp>
        <p:nvSpPr>
          <p:cNvPr id="907" name="Google Shape;907;p61"/>
          <p:cNvSpPr txBox="1"/>
          <p:nvPr/>
        </p:nvSpPr>
        <p:spPr>
          <a:xfrm>
            <a:off x="7386099" y="1675600"/>
            <a:ext cx="1096800" cy="34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1F497D"/>
                </a:solidFill>
                <a:latin typeface="Noto Sans KR"/>
                <a:ea typeface="Noto Sans KR"/>
                <a:cs typeface="Noto Sans KR"/>
                <a:sym typeface="Noto Sans KR"/>
              </a:rPr>
              <a:t>보완점</a:t>
            </a:r>
            <a:endParaRPr b="1" sz="1700">
              <a:solidFill>
                <a:srgbClr val="1F497D"/>
              </a:solidFill>
              <a:latin typeface="Noto Sans KR"/>
              <a:ea typeface="Noto Sans KR"/>
              <a:cs typeface="Noto Sans KR"/>
              <a:sym typeface="Noto Sans KR"/>
            </a:endParaRPr>
          </a:p>
        </p:txBody>
      </p:sp>
      <p:sp>
        <p:nvSpPr>
          <p:cNvPr id="908" name="Google Shape;908;p61"/>
          <p:cNvSpPr txBox="1"/>
          <p:nvPr/>
        </p:nvSpPr>
        <p:spPr>
          <a:xfrm>
            <a:off x="4959549" y="1996533"/>
            <a:ext cx="3401700" cy="11661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ko">
                <a:solidFill>
                  <a:schemeClr val="lt1"/>
                </a:solidFill>
                <a:latin typeface="Noto Sans KR"/>
                <a:ea typeface="Noto Sans KR"/>
                <a:cs typeface="Noto Sans KR"/>
                <a:sym typeface="Noto Sans KR"/>
              </a:rPr>
              <a:t>초기 단계에서 설계방향을 명확하게 잡을 필요가 있다. 시간분배,역할분배를 적절하게 나누지 못한 부분이 아쉽다.</a:t>
            </a:r>
            <a:endParaRPr>
              <a:solidFill>
                <a:schemeClr val="lt1"/>
              </a:solidFill>
              <a:latin typeface="Noto Sans KR"/>
              <a:ea typeface="Noto Sans KR"/>
              <a:cs typeface="Noto Sans KR"/>
              <a:sym typeface="Noto Sans KR"/>
            </a:endParaRPr>
          </a:p>
        </p:txBody>
      </p:sp>
      <p:pic>
        <p:nvPicPr>
          <p:cNvPr id="909" name="Google Shape;909;p61"/>
          <p:cNvPicPr preferRelativeResize="0"/>
          <p:nvPr/>
        </p:nvPicPr>
        <p:blipFill>
          <a:blip r:embed="rId10">
            <a:alphaModFix/>
          </a:blip>
          <a:stretch>
            <a:fillRect/>
          </a:stretch>
        </p:blipFill>
        <p:spPr>
          <a:xfrm>
            <a:off x="3583634" y="3498300"/>
            <a:ext cx="475650" cy="4756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913" name="Shape 913"/>
        <p:cNvGrpSpPr/>
        <p:nvPr/>
      </p:nvGrpSpPr>
      <p:grpSpPr>
        <a:xfrm>
          <a:off x="0" y="0"/>
          <a:ext cx="0" cy="0"/>
          <a:chOff x="0" y="0"/>
          <a:chExt cx="0" cy="0"/>
        </a:xfrm>
      </p:grpSpPr>
      <p:sp>
        <p:nvSpPr>
          <p:cNvPr id="914" name="Google Shape;914;p62"/>
          <p:cNvSpPr/>
          <p:nvPr/>
        </p:nvSpPr>
        <p:spPr>
          <a:xfrm rot="-3494431">
            <a:off x="1148842" y="3292539"/>
            <a:ext cx="444567" cy="250725"/>
          </a:xfrm>
          <a:prstGeom prst="triangle">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5" name="Google Shape;915;p62"/>
          <p:cNvSpPr/>
          <p:nvPr/>
        </p:nvSpPr>
        <p:spPr>
          <a:xfrm flipH="1" rot="-6880760">
            <a:off x="4943245" y="2483584"/>
            <a:ext cx="513724" cy="1247761"/>
          </a:xfrm>
          <a:prstGeom prst="triangle">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6" name="Google Shape;916;p62"/>
          <p:cNvSpPr/>
          <p:nvPr/>
        </p:nvSpPr>
        <p:spPr>
          <a:xfrm flipH="1">
            <a:off x="258950" y="1273600"/>
            <a:ext cx="4491300" cy="2259900"/>
          </a:xfrm>
          <a:prstGeom prst="roundRect">
            <a:avLst>
              <a:gd fmla="val 16667"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7" name="Google Shape;917;p62"/>
          <p:cNvSpPr/>
          <p:nvPr/>
        </p:nvSpPr>
        <p:spPr>
          <a:xfrm>
            <a:off x="4866100" y="1470100"/>
            <a:ext cx="3977400" cy="2052900"/>
          </a:xfrm>
          <a:prstGeom prst="roundRect">
            <a:avLst>
              <a:gd fmla="val 16667"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8" name="Google Shape;918;p62"/>
          <p:cNvSpPr txBox="1"/>
          <p:nvPr/>
        </p:nvSpPr>
        <p:spPr>
          <a:xfrm>
            <a:off x="338125" y="959768"/>
            <a:ext cx="16362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1F497D"/>
                </a:solidFill>
                <a:latin typeface="Noto Sans KR"/>
                <a:ea typeface="Noto Sans KR"/>
                <a:cs typeface="Noto Sans KR"/>
                <a:sym typeface="Noto Sans KR"/>
              </a:rPr>
              <a:t>프로젝트 후기</a:t>
            </a:r>
            <a:endParaRPr b="1" sz="1700">
              <a:solidFill>
                <a:srgbClr val="1F497D"/>
              </a:solidFill>
              <a:latin typeface="Noto Sans KR"/>
              <a:ea typeface="Noto Sans KR"/>
              <a:cs typeface="Noto Sans KR"/>
              <a:sym typeface="Noto Sans KR"/>
            </a:endParaRPr>
          </a:p>
        </p:txBody>
      </p:sp>
      <p:sp>
        <p:nvSpPr>
          <p:cNvPr id="919" name="Google Shape;919;p62"/>
          <p:cNvSpPr txBox="1"/>
          <p:nvPr/>
        </p:nvSpPr>
        <p:spPr>
          <a:xfrm>
            <a:off x="7738899" y="1167663"/>
            <a:ext cx="1096800" cy="34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1F497D"/>
                </a:solidFill>
                <a:latin typeface="Noto Sans KR"/>
                <a:ea typeface="Noto Sans KR"/>
                <a:cs typeface="Noto Sans KR"/>
                <a:sym typeface="Noto Sans KR"/>
              </a:rPr>
              <a:t>보완점</a:t>
            </a:r>
            <a:endParaRPr b="1" sz="1700">
              <a:solidFill>
                <a:srgbClr val="1F497D"/>
              </a:solidFill>
              <a:latin typeface="Noto Sans KR"/>
              <a:ea typeface="Noto Sans KR"/>
              <a:cs typeface="Noto Sans KR"/>
              <a:sym typeface="Noto Sans KR"/>
            </a:endParaRPr>
          </a:p>
        </p:txBody>
      </p:sp>
      <p:sp>
        <p:nvSpPr>
          <p:cNvPr id="920" name="Google Shape;920;p62"/>
          <p:cNvSpPr/>
          <p:nvPr/>
        </p:nvSpPr>
        <p:spPr>
          <a:xfrm>
            <a:off x="619606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21" name="Google Shape;921;p62"/>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922" name="Google Shape;922;p62"/>
          <p:cNvSpPr txBox="1"/>
          <p:nvPr/>
        </p:nvSpPr>
        <p:spPr>
          <a:xfrm>
            <a:off x="147075" y="294475"/>
            <a:ext cx="2694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rPr>
              <a:t>팀원별 후기</a:t>
            </a:r>
            <a:endParaRPr b="1" sz="2100">
              <a:solidFill>
                <a:srgbClr val="242A44"/>
              </a:solidFill>
            </a:endParaRPr>
          </a:p>
        </p:txBody>
      </p:sp>
      <p:sp>
        <p:nvSpPr>
          <p:cNvPr id="923" name="Google Shape;923;p62"/>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5. 프로젝트 후기</a:t>
            </a:r>
            <a:endParaRPr b="1" sz="1600">
              <a:solidFill>
                <a:srgbClr val="242A44"/>
              </a:solidFill>
              <a:latin typeface="Noto Sans KR"/>
              <a:ea typeface="Noto Sans KR"/>
              <a:cs typeface="Noto Sans KR"/>
              <a:sym typeface="Noto Sans KR"/>
            </a:endParaRPr>
          </a:p>
        </p:txBody>
      </p:sp>
      <p:sp>
        <p:nvSpPr>
          <p:cNvPr id="924" name="Google Shape;924;p62"/>
          <p:cNvSpPr/>
          <p:nvPr/>
        </p:nvSpPr>
        <p:spPr>
          <a:xfrm>
            <a:off x="3218522"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5" name="Google Shape;925;p62"/>
          <p:cNvSpPr/>
          <p:nvPr/>
        </p:nvSpPr>
        <p:spPr>
          <a:xfrm>
            <a:off x="281150" y="3640150"/>
            <a:ext cx="1199700" cy="1217700"/>
          </a:xfrm>
          <a:prstGeom prst="ellipse">
            <a:avLst/>
          </a:prstGeom>
          <a:solidFill>
            <a:schemeClr val="lt1"/>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26" name="Google Shape;926;p62"/>
          <p:cNvPicPr preferRelativeResize="0"/>
          <p:nvPr/>
        </p:nvPicPr>
        <p:blipFill>
          <a:blip r:embed="rId4">
            <a:alphaModFix/>
          </a:blip>
          <a:stretch>
            <a:fillRect/>
          </a:stretch>
        </p:blipFill>
        <p:spPr>
          <a:xfrm>
            <a:off x="373800" y="3717388"/>
            <a:ext cx="1017300" cy="1063224"/>
          </a:xfrm>
          <a:prstGeom prst="rect">
            <a:avLst/>
          </a:prstGeom>
          <a:noFill/>
          <a:ln>
            <a:noFill/>
          </a:ln>
        </p:spPr>
      </p:pic>
      <p:pic>
        <p:nvPicPr>
          <p:cNvPr id="927" name="Google Shape;927;p62"/>
          <p:cNvPicPr preferRelativeResize="0"/>
          <p:nvPr/>
        </p:nvPicPr>
        <p:blipFill>
          <a:blip r:embed="rId5">
            <a:alphaModFix amt="25000"/>
          </a:blip>
          <a:stretch>
            <a:fillRect/>
          </a:stretch>
        </p:blipFill>
        <p:spPr>
          <a:xfrm>
            <a:off x="3226796" y="3659025"/>
            <a:ext cx="1179950" cy="1179950"/>
          </a:xfrm>
          <a:prstGeom prst="rect">
            <a:avLst/>
          </a:prstGeom>
          <a:noFill/>
          <a:ln>
            <a:noFill/>
          </a:ln>
        </p:spPr>
      </p:pic>
      <p:sp>
        <p:nvSpPr>
          <p:cNvPr id="928" name="Google Shape;928;p62"/>
          <p:cNvSpPr/>
          <p:nvPr/>
        </p:nvSpPr>
        <p:spPr>
          <a:xfrm>
            <a:off x="1770722"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9" name="Google Shape;929;p62"/>
          <p:cNvSpPr/>
          <p:nvPr/>
        </p:nvSpPr>
        <p:spPr>
          <a:xfrm>
            <a:off x="4708095"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0" name="Google Shape;930;p62"/>
          <p:cNvSpPr/>
          <p:nvPr/>
        </p:nvSpPr>
        <p:spPr>
          <a:xfrm>
            <a:off x="764386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1" name="Google Shape;931;p62"/>
          <p:cNvSpPr/>
          <p:nvPr/>
        </p:nvSpPr>
        <p:spPr>
          <a:xfrm>
            <a:off x="259078" y="4639086"/>
            <a:ext cx="1263300" cy="471900"/>
          </a:xfrm>
          <a:prstGeom prst="roundRect">
            <a:avLst>
              <a:gd fmla="val 16667" name="adj"/>
            </a:avLst>
          </a:prstGeom>
          <a:solidFill>
            <a:schemeClr val="lt1"/>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2" name="Google Shape;932;p62"/>
          <p:cNvSpPr txBox="1"/>
          <p:nvPr/>
        </p:nvSpPr>
        <p:spPr>
          <a:xfrm>
            <a:off x="382216"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김예은</a:t>
            </a:r>
            <a:endParaRPr b="1" sz="1900">
              <a:solidFill>
                <a:srgbClr val="242A44"/>
              </a:solidFill>
              <a:latin typeface="Noto Sans KR"/>
              <a:ea typeface="Noto Sans KR"/>
              <a:cs typeface="Noto Sans KR"/>
              <a:sym typeface="Noto Sans KR"/>
            </a:endParaRPr>
          </a:p>
        </p:txBody>
      </p:sp>
      <p:sp>
        <p:nvSpPr>
          <p:cNvPr id="933" name="Google Shape;933;p62"/>
          <p:cNvSpPr txBox="1"/>
          <p:nvPr/>
        </p:nvSpPr>
        <p:spPr>
          <a:xfrm>
            <a:off x="382216"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sp>
        <p:nvSpPr>
          <p:cNvPr id="934" name="Google Shape;934;p62"/>
          <p:cNvSpPr/>
          <p:nvPr/>
        </p:nvSpPr>
        <p:spPr>
          <a:xfrm>
            <a:off x="3210824"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5" name="Google Shape;935;p62"/>
          <p:cNvSpPr txBox="1"/>
          <p:nvPr/>
        </p:nvSpPr>
        <p:spPr>
          <a:xfrm>
            <a:off x="3333962"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문성빈</a:t>
            </a:r>
            <a:endParaRPr b="1" sz="1900">
              <a:solidFill>
                <a:srgbClr val="242A44"/>
              </a:solidFill>
              <a:latin typeface="Noto Sans KR"/>
              <a:ea typeface="Noto Sans KR"/>
              <a:cs typeface="Noto Sans KR"/>
              <a:sym typeface="Noto Sans KR"/>
            </a:endParaRPr>
          </a:p>
        </p:txBody>
      </p:sp>
      <p:sp>
        <p:nvSpPr>
          <p:cNvPr id="936" name="Google Shape;936;p62"/>
          <p:cNvSpPr txBox="1"/>
          <p:nvPr/>
        </p:nvSpPr>
        <p:spPr>
          <a:xfrm>
            <a:off x="3333962"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sp>
        <p:nvSpPr>
          <p:cNvPr id="937" name="Google Shape;937;p62"/>
          <p:cNvSpPr/>
          <p:nvPr/>
        </p:nvSpPr>
        <p:spPr>
          <a:xfrm>
            <a:off x="6162570"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8" name="Google Shape;938;p62"/>
          <p:cNvSpPr txBox="1"/>
          <p:nvPr/>
        </p:nvSpPr>
        <p:spPr>
          <a:xfrm>
            <a:off x="6285708"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박주성</a:t>
            </a:r>
            <a:endParaRPr b="1" sz="1900">
              <a:solidFill>
                <a:srgbClr val="242A44"/>
              </a:solidFill>
              <a:latin typeface="Noto Sans KR"/>
              <a:ea typeface="Noto Sans KR"/>
              <a:cs typeface="Noto Sans KR"/>
              <a:sym typeface="Noto Sans KR"/>
            </a:endParaRPr>
          </a:p>
        </p:txBody>
      </p:sp>
      <p:sp>
        <p:nvSpPr>
          <p:cNvPr id="939" name="Google Shape;939;p62"/>
          <p:cNvSpPr txBox="1"/>
          <p:nvPr/>
        </p:nvSpPr>
        <p:spPr>
          <a:xfrm>
            <a:off x="6285708"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Frontend</a:t>
            </a:r>
            <a:endParaRPr sz="900">
              <a:solidFill>
                <a:srgbClr val="242A44"/>
              </a:solidFill>
              <a:latin typeface="Noto Sans KR"/>
              <a:ea typeface="Noto Sans KR"/>
              <a:cs typeface="Noto Sans KR"/>
              <a:sym typeface="Noto Sans KR"/>
            </a:endParaRPr>
          </a:p>
        </p:txBody>
      </p:sp>
      <p:pic>
        <p:nvPicPr>
          <p:cNvPr id="940" name="Google Shape;940;p62"/>
          <p:cNvPicPr preferRelativeResize="0"/>
          <p:nvPr/>
        </p:nvPicPr>
        <p:blipFill>
          <a:blip r:embed="rId6">
            <a:alphaModFix amt="25000"/>
          </a:blip>
          <a:stretch>
            <a:fillRect/>
          </a:stretch>
        </p:blipFill>
        <p:spPr>
          <a:xfrm>
            <a:off x="4728363" y="3659025"/>
            <a:ext cx="1179950" cy="1179950"/>
          </a:xfrm>
          <a:prstGeom prst="rect">
            <a:avLst/>
          </a:prstGeom>
          <a:noFill/>
          <a:ln>
            <a:noFill/>
          </a:ln>
        </p:spPr>
      </p:pic>
      <p:sp>
        <p:nvSpPr>
          <p:cNvPr id="941" name="Google Shape;941;p62"/>
          <p:cNvSpPr/>
          <p:nvPr/>
        </p:nvSpPr>
        <p:spPr>
          <a:xfrm>
            <a:off x="4686697"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2" name="Google Shape;942;p62"/>
          <p:cNvSpPr txBox="1"/>
          <p:nvPr/>
        </p:nvSpPr>
        <p:spPr>
          <a:xfrm>
            <a:off x="4809835"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천준호</a:t>
            </a:r>
            <a:endParaRPr b="1" sz="1900">
              <a:solidFill>
                <a:srgbClr val="242A44"/>
              </a:solidFill>
              <a:latin typeface="Noto Sans KR"/>
              <a:ea typeface="Noto Sans KR"/>
              <a:cs typeface="Noto Sans KR"/>
              <a:sym typeface="Noto Sans KR"/>
            </a:endParaRPr>
          </a:p>
        </p:txBody>
      </p:sp>
      <p:sp>
        <p:nvSpPr>
          <p:cNvPr id="943" name="Google Shape;943;p62"/>
          <p:cNvSpPr txBox="1"/>
          <p:nvPr/>
        </p:nvSpPr>
        <p:spPr>
          <a:xfrm>
            <a:off x="4809835"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pic>
        <p:nvPicPr>
          <p:cNvPr id="944" name="Google Shape;944;p62"/>
          <p:cNvPicPr preferRelativeResize="0"/>
          <p:nvPr/>
        </p:nvPicPr>
        <p:blipFill rotWithShape="1">
          <a:blip r:embed="rId7">
            <a:alphaModFix amt="25000"/>
          </a:blip>
          <a:srcRect b="40803" l="6849" r="71638" t="36713"/>
          <a:stretch/>
        </p:blipFill>
        <p:spPr>
          <a:xfrm>
            <a:off x="6461850" y="3830004"/>
            <a:ext cx="747000" cy="780600"/>
          </a:xfrm>
          <a:prstGeom prst="chord">
            <a:avLst>
              <a:gd fmla="val 19556598" name="adj1"/>
              <a:gd fmla="val 16200000" name="adj2"/>
            </a:avLst>
          </a:prstGeom>
          <a:noFill/>
          <a:ln>
            <a:noFill/>
          </a:ln>
        </p:spPr>
      </p:pic>
      <p:pic>
        <p:nvPicPr>
          <p:cNvPr id="945" name="Google Shape;945;p62"/>
          <p:cNvPicPr preferRelativeResize="0"/>
          <p:nvPr/>
        </p:nvPicPr>
        <p:blipFill>
          <a:blip r:embed="rId8">
            <a:alphaModFix amt="25000"/>
          </a:blip>
          <a:stretch>
            <a:fillRect/>
          </a:stretch>
        </p:blipFill>
        <p:spPr>
          <a:xfrm>
            <a:off x="1745988" y="3649150"/>
            <a:ext cx="1199699" cy="1199699"/>
          </a:xfrm>
          <a:prstGeom prst="rect">
            <a:avLst/>
          </a:prstGeom>
          <a:noFill/>
          <a:ln>
            <a:noFill/>
          </a:ln>
        </p:spPr>
      </p:pic>
      <p:sp>
        <p:nvSpPr>
          <p:cNvPr id="946" name="Google Shape;946;p62"/>
          <p:cNvSpPr/>
          <p:nvPr/>
        </p:nvSpPr>
        <p:spPr>
          <a:xfrm>
            <a:off x="1734951"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7" name="Google Shape;947;p62"/>
          <p:cNvSpPr txBox="1"/>
          <p:nvPr/>
        </p:nvSpPr>
        <p:spPr>
          <a:xfrm>
            <a:off x="1858089"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이동규</a:t>
            </a:r>
            <a:endParaRPr b="1" sz="1900">
              <a:solidFill>
                <a:srgbClr val="242A44"/>
              </a:solidFill>
              <a:latin typeface="Noto Sans KR"/>
              <a:ea typeface="Noto Sans KR"/>
              <a:cs typeface="Noto Sans KR"/>
              <a:sym typeface="Noto Sans KR"/>
            </a:endParaRPr>
          </a:p>
        </p:txBody>
      </p:sp>
      <p:sp>
        <p:nvSpPr>
          <p:cNvPr id="948" name="Google Shape;948;p62"/>
          <p:cNvSpPr txBox="1"/>
          <p:nvPr/>
        </p:nvSpPr>
        <p:spPr>
          <a:xfrm>
            <a:off x="1858089"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pic>
        <p:nvPicPr>
          <p:cNvPr id="949" name="Google Shape;949;p62"/>
          <p:cNvPicPr preferRelativeResize="0"/>
          <p:nvPr/>
        </p:nvPicPr>
        <p:blipFill rotWithShape="1">
          <a:blip r:embed="rId9">
            <a:alphaModFix amt="25000"/>
          </a:blip>
          <a:srcRect b="14432" l="19938" r="16032" t="9803"/>
          <a:stretch/>
        </p:blipFill>
        <p:spPr>
          <a:xfrm>
            <a:off x="7899250" y="3802075"/>
            <a:ext cx="700875" cy="829325"/>
          </a:xfrm>
          <a:prstGeom prst="rect">
            <a:avLst/>
          </a:prstGeom>
          <a:noFill/>
          <a:ln>
            <a:noFill/>
          </a:ln>
        </p:spPr>
      </p:pic>
      <p:sp>
        <p:nvSpPr>
          <p:cNvPr id="950" name="Google Shape;950;p62"/>
          <p:cNvSpPr/>
          <p:nvPr/>
        </p:nvSpPr>
        <p:spPr>
          <a:xfrm>
            <a:off x="7638443"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1" name="Google Shape;951;p62"/>
          <p:cNvSpPr txBox="1"/>
          <p:nvPr/>
        </p:nvSpPr>
        <p:spPr>
          <a:xfrm>
            <a:off x="7761581"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서예성</a:t>
            </a:r>
            <a:endParaRPr b="1" sz="1900">
              <a:solidFill>
                <a:srgbClr val="242A44"/>
              </a:solidFill>
              <a:latin typeface="Noto Sans KR"/>
              <a:ea typeface="Noto Sans KR"/>
              <a:cs typeface="Noto Sans KR"/>
              <a:sym typeface="Noto Sans KR"/>
            </a:endParaRPr>
          </a:p>
        </p:txBody>
      </p:sp>
      <p:sp>
        <p:nvSpPr>
          <p:cNvPr id="952" name="Google Shape;952;p62"/>
          <p:cNvSpPr txBox="1"/>
          <p:nvPr/>
        </p:nvSpPr>
        <p:spPr>
          <a:xfrm>
            <a:off x="7761581"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Frontend</a:t>
            </a:r>
            <a:endParaRPr sz="900">
              <a:solidFill>
                <a:srgbClr val="242A44"/>
              </a:solidFill>
              <a:latin typeface="Noto Sans KR"/>
              <a:ea typeface="Noto Sans KR"/>
              <a:cs typeface="Noto Sans KR"/>
              <a:sym typeface="Noto Sans KR"/>
            </a:endParaRPr>
          </a:p>
        </p:txBody>
      </p:sp>
      <p:sp>
        <p:nvSpPr>
          <p:cNvPr id="953" name="Google Shape;953;p62"/>
          <p:cNvSpPr/>
          <p:nvPr/>
        </p:nvSpPr>
        <p:spPr>
          <a:xfrm>
            <a:off x="3210828"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4" name="Google Shape;954;p62"/>
          <p:cNvSpPr/>
          <p:nvPr/>
        </p:nvSpPr>
        <p:spPr>
          <a:xfrm>
            <a:off x="1734951"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5" name="Google Shape;955;p62"/>
          <p:cNvSpPr/>
          <p:nvPr/>
        </p:nvSpPr>
        <p:spPr>
          <a:xfrm>
            <a:off x="4686697"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6" name="Google Shape;956;p62"/>
          <p:cNvSpPr/>
          <p:nvPr/>
        </p:nvSpPr>
        <p:spPr>
          <a:xfrm>
            <a:off x="6162570"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7" name="Google Shape;957;p62"/>
          <p:cNvSpPr/>
          <p:nvPr/>
        </p:nvSpPr>
        <p:spPr>
          <a:xfrm>
            <a:off x="7638443"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8" name="Google Shape;958;p62"/>
          <p:cNvSpPr txBox="1"/>
          <p:nvPr/>
        </p:nvSpPr>
        <p:spPr>
          <a:xfrm>
            <a:off x="4869750" y="1469525"/>
            <a:ext cx="3852300" cy="2007600"/>
          </a:xfrm>
          <a:prstGeom prst="rect">
            <a:avLst/>
          </a:prstGeom>
          <a:noFill/>
          <a:ln>
            <a:noFill/>
          </a:ln>
        </p:spPr>
        <p:txBody>
          <a:bodyPr anchorCtr="0" anchor="ctr" bIns="91425" lIns="91425" spcFirstLastPara="1" rIns="91425" wrap="square" tIns="91425">
            <a:noAutofit/>
          </a:bodyPr>
          <a:lstStyle/>
          <a:p>
            <a:pPr indent="-317500" lvl="0" marL="457200" rtl="0" algn="l">
              <a:lnSpc>
                <a:spcPct val="150000"/>
              </a:lnSpc>
              <a:spcBef>
                <a:spcPts val="0"/>
              </a:spcBef>
              <a:spcAft>
                <a:spcPts val="0"/>
              </a:spcAft>
              <a:buClr>
                <a:schemeClr val="lt1"/>
              </a:buClr>
              <a:buSzPts val="1400"/>
              <a:buFont typeface="Noto Sans KR"/>
              <a:buChar char="●"/>
            </a:pPr>
            <a:r>
              <a:rPr b="1" lang="ko">
                <a:solidFill>
                  <a:schemeClr val="lt1"/>
                </a:solidFill>
                <a:latin typeface="Noto Sans KR"/>
                <a:ea typeface="Noto Sans KR"/>
                <a:cs typeface="Noto Sans KR"/>
                <a:sym typeface="Noto Sans KR"/>
              </a:rPr>
              <a:t>세부적인 계획 필요</a:t>
            </a:r>
            <a:endParaRPr b="1">
              <a:solidFill>
                <a:schemeClr val="lt1"/>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lang="ko" sz="1300">
                <a:solidFill>
                  <a:schemeClr val="lt1"/>
                </a:solidFill>
                <a:latin typeface="Noto Sans KR"/>
                <a:ea typeface="Noto Sans KR"/>
                <a:cs typeface="Noto Sans KR"/>
                <a:sym typeface="Noto Sans KR"/>
              </a:rPr>
              <a:t>설계 단계에서 업무별 소요시간을 예측하기 어려웠고 실제로도 일정 조정이 있었다.</a:t>
            </a:r>
            <a:endParaRPr sz="1300">
              <a:solidFill>
                <a:schemeClr val="lt1"/>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lang="ko" sz="1300">
                <a:solidFill>
                  <a:schemeClr val="lt1"/>
                </a:solidFill>
                <a:latin typeface="Noto Sans KR"/>
                <a:ea typeface="Noto Sans KR"/>
                <a:cs typeface="Noto Sans KR"/>
                <a:sym typeface="Noto Sans KR"/>
              </a:rPr>
              <a:t>개발 중에도 컬럼 이름이나 속성이 변경되는 일이 있었다. 앞으로는 프로젝트를 더 세밀하게 설계하고, 다양한 프로젝트 경험을 쌓으며 보완해야겠다.</a:t>
            </a:r>
            <a:endParaRPr sz="1300">
              <a:solidFill>
                <a:schemeClr val="lt1"/>
              </a:solidFill>
              <a:latin typeface="Noto Sans KR"/>
              <a:ea typeface="Noto Sans KR"/>
              <a:cs typeface="Noto Sans KR"/>
              <a:sym typeface="Noto Sans KR"/>
            </a:endParaRPr>
          </a:p>
        </p:txBody>
      </p:sp>
      <p:sp>
        <p:nvSpPr>
          <p:cNvPr id="959" name="Google Shape;959;p62"/>
          <p:cNvSpPr txBox="1"/>
          <p:nvPr/>
        </p:nvSpPr>
        <p:spPr>
          <a:xfrm>
            <a:off x="373800" y="1333925"/>
            <a:ext cx="4309500" cy="2143200"/>
          </a:xfrm>
          <a:prstGeom prst="rect">
            <a:avLst/>
          </a:prstGeom>
          <a:noFill/>
          <a:ln>
            <a:noFill/>
          </a:ln>
        </p:spPr>
        <p:txBody>
          <a:bodyPr anchorCtr="0" anchor="ctr" bIns="91425" lIns="91425" spcFirstLastPara="1" rIns="91425" wrap="square" tIns="91425">
            <a:noAutofit/>
          </a:bodyPr>
          <a:lstStyle/>
          <a:p>
            <a:pPr indent="-317500" lvl="0" marL="457200" rtl="0" algn="l">
              <a:lnSpc>
                <a:spcPct val="150000"/>
              </a:lnSpc>
              <a:spcBef>
                <a:spcPts val="0"/>
              </a:spcBef>
              <a:spcAft>
                <a:spcPts val="0"/>
              </a:spcAft>
              <a:buClr>
                <a:schemeClr val="lt1"/>
              </a:buClr>
              <a:buSzPts val="1400"/>
              <a:buFont typeface="Noto Sans KR"/>
              <a:buChar char="●"/>
            </a:pPr>
            <a:r>
              <a:rPr b="1" lang="ko">
                <a:solidFill>
                  <a:schemeClr val="lt1"/>
                </a:solidFill>
                <a:latin typeface="Noto Sans KR"/>
                <a:ea typeface="Noto Sans KR"/>
                <a:cs typeface="Noto Sans KR"/>
                <a:sym typeface="Noto Sans KR"/>
              </a:rPr>
              <a:t>다양한 개발 환경 연결</a:t>
            </a:r>
            <a:endParaRPr b="1">
              <a:solidFill>
                <a:schemeClr val="lt1"/>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lang="ko" sz="1300">
                <a:solidFill>
                  <a:schemeClr val="lt1"/>
                </a:solidFill>
                <a:latin typeface="Noto Sans KR"/>
                <a:ea typeface="Noto Sans KR"/>
                <a:cs typeface="Noto Sans KR"/>
                <a:sym typeface="Noto Sans KR"/>
              </a:rPr>
              <a:t>자바, 스프링부트, 파이썬 등 개발환경이 서로 어떻게 연결되고 기능하는지 직접 경험하며 이해하게 되었다.</a:t>
            </a:r>
            <a:endParaRPr sz="1300">
              <a:solidFill>
                <a:schemeClr val="lt1"/>
              </a:solidFill>
              <a:latin typeface="Noto Sans KR"/>
              <a:ea typeface="Noto Sans KR"/>
              <a:cs typeface="Noto Sans KR"/>
              <a:sym typeface="Noto Sans KR"/>
            </a:endParaRPr>
          </a:p>
          <a:p>
            <a:pPr indent="-317500" lvl="0" marL="457200" rtl="0" algn="l">
              <a:lnSpc>
                <a:spcPct val="150000"/>
              </a:lnSpc>
              <a:spcBef>
                <a:spcPts val="0"/>
              </a:spcBef>
              <a:spcAft>
                <a:spcPts val="0"/>
              </a:spcAft>
              <a:buClr>
                <a:schemeClr val="lt1"/>
              </a:buClr>
              <a:buSzPts val="1400"/>
              <a:buFont typeface="Noto Sans KR"/>
              <a:buChar char="●"/>
            </a:pPr>
            <a:r>
              <a:rPr b="1" lang="ko">
                <a:solidFill>
                  <a:schemeClr val="lt1"/>
                </a:solidFill>
                <a:latin typeface="Noto Sans KR"/>
                <a:ea typeface="Noto Sans KR"/>
                <a:cs typeface="Noto Sans KR"/>
                <a:sym typeface="Noto Sans KR"/>
              </a:rPr>
              <a:t>협업</a:t>
            </a:r>
            <a:endParaRPr b="1">
              <a:solidFill>
                <a:schemeClr val="lt1"/>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lang="ko" sz="1300">
                <a:solidFill>
                  <a:schemeClr val="lt1"/>
                </a:solidFill>
                <a:latin typeface="Noto Sans KR"/>
                <a:ea typeface="Noto Sans KR"/>
                <a:cs typeface="Noto Sans KR"/>
                <a:sym typeface="Noto Sans KR"/>
              </a:rPr>
              <a:t>다양한 지식을 교류하며 문제에 대해 서로 다른 시각에서 접근할 수 있었고, 깃허브로 브랜치를 관리하고 커밋 메시지 규칙을 따르는 게 협업에서 중요함을 직접 느끼게 되었다.</a:t>
            </a:r>
            <a:endParaRPr sz="1300">
              <a:solidFill>
                <a:schemeClr val="lt1"/>
              </a:solidFill>
              <a:latin typeface="Noto Sans KR"/>
              <a:ea typeface="Noto Sans KR"/>
              <a:cs typeface="Noto Sans KR"/>
              <a:sym typeface="Noto Sans K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963" name="Shape 963"/>
        <p:cNvGrpSpPr/>
        <p:nvPr/>
      </p:nvGrpSpPr>
      <p:grpSpPr>
        <a:xfrm>
          <a:off x="0" y="0"/>
          <a:ext cx="0" cy="0"/>
          <a:chOff x="0" y="0"/>
          <a:chExt cx="0" cy="0"/>
        </a:xfrm>
      </p:grpSpPr>
      <p:sp>
        <p:nvSpPr>
          <p:cNvPr id="964" name="Google Shape;964;p63"/>
          <p:cNvSpPr/>
          <p:nvPr/>
        </p:nvSpPr>
        <p:spPr>
          <a:xfrm flipH="1">
            <a:off x="531650" y="1784752"/>
            <a:ext cx="4218600" cy="1650900"/>
          </a:xfrm>
          <a:prstGeom prst="roundRect">
            <a:avLst>
              <a:gd fmla="val 16667"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5" name="Google Shape;965;p63"/>
          <p:cNvSpPr/>
          <p:nvPr/>
        </p:nvSpPr>
        <p:spPr>
          <a:xfrm>
            <a:off x="4866100" y="1681325"/>
            <a:ext cx="3977400" cy="1744200"/>
          </a:xfrm>
          <a:prstGeom prst="roundRect">
            <a:avLst>
              <a:gd fmla="val 16667"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6" name="Google Shape;966;p63"/>
          <p:cNvSpPr txBox="1"/>
          <p:nvPr/>
        </p:nvSpPr>
        <p:spPr>
          <a:xfrm>
            <a:off x="566725" y="1462192"/>
            <a:ext cx="16362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1F497D"/>
                </a:solidFill>
                <a:latin typeface="Noto Sans KR"/>
                <a:ea typeface="Noto Sans KR"/>
                <a:cs typeface="Noto Sans KR"/>
                <a:sym typeface="Noto Sans KR"/>
              </a:rPr>
              <a:t>프로젝트 후기</a:t>
            </a:r>
            <a:endParaRPr b="1" sz="1700">
              <a:solidFill>
                <a:srgbClr val="1F497D"/>
              </a:solidFill>
              <a:latin typeface="Noto Sans KR"/>
              <a:ea typeface="Noto Sans KR"/>
              <a:cs typeface="Noto Sans KR"/>
              <a:sym typeface="Noto Sans KR"/>
            </a:endParaRPr>
          </a:p>
        </p:txBody>
      </p:sp>
      <p:sp>
        <p:nvSpPr>
          <p:cNvPr id="967" name="Google Shape;967;p63"/>
          <p:cNvSpPr txBox="1"/>
          <p:nvPr/>
        </p:nvSpPr>
        <p:spPr>
          <a:xfrm>
            <a:off x="7738899" y="1380776"/>
            <a:ext cx="1096800" cy="34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1F497D"/>
                </a:solidFill>
                <a:latin typeface="Noto Sans KR"/>
                <a:ea typeface="Noto Sans KR"/>
                <a:cs typeface="Noto Sans KR"/>
                <a:sym typeface="Noto Sans KR"/>
              </a:rPr>
              <a:t>보완점</a:t>
            </a:r>
            <a:endParaRPr b="1" sz="1700">
              <a:solidFill>
                <a:srgbClr val="1F497D"/>
              </a:solidFill>
              <a:latin typeface="Noto Sans KR"/>
              <a:ea typeface="Noto Sans KR"/>
              <a:cs typeface="Noto Sans KR"/>
              <a:sym typeface="Noto Sans KR"/>
            </a:endParaRPr>
          </a:p>
        </p:txBody>
      </p:sp>
      <p:sp>
        <p:nvSpPr>
          <p:cNvPr id="968" name="Google Shape;968;p63"/>
          <p:cNvSpPr/>
          <p:nvPr/>
        </p:nvSpPr>
        <p:spPr>
          <a:xfrm>
            <a:off x="619606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9" name="Google Shape;969;p63"/>
          <p:cNvSpPr/>
          <p:nvPr/>
        </p:nvSpPr>
        <p:spPr>
          <a:xfrm rot="-6617616">
            <a:off x="1377437" y="3292496"/>
            <a:ext cx="444597" cy="250800"/>
          </a:xfrm>
          <a:prstGeom prst="triangle">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70" name="Google Shape;970;p63"/>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971" name="Google Shape;971;p63"/>
          <p:cNvSpPr txBox="1"/>
          <p:nvPr/>
        </p:nvSpPr>
        <p:spPr>
          <a:xfrm>
            <a:off x="147075" y="294475"/>
            <a:ext cx="2694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rPr>
              <a:t>팀원별 후기</a:t>
            </a:r>
            <a:endParaRPr b="1" sz="2100">
              <a:solidFill>
                <a:srgbClr val="242A44"/>
              </a:solidFill>
            </a:endParaRPr>
          </a:p>
        </p:txBody>
      </p:sp>
      <p:sp>
        <p:nvSpPr>
          <p:cNvPr id="972" name="Google Shape;972;p63"/>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5. 프로젝트 후기</a:t>
            </a:r>
            <a:endParaRPr b="1" sz="1600">
              <a:solidFill>
                <a:srgbClr val="242A44"/>
              </a:solidFill>
              <a:latin typeface="Noto Sans KR"/>
              <a:ea typeface="Noto Sans KR"/>
              <a:cs typeface="Noto Sans KR"/>
              <a:sym typeface="Noto Sans KR"/>
            </a:endParaRPr>
          </a:p>
        </p:txBody>
      </p:sp>
      <p:sp>
        <p:nvSpPr>
          <p:cNvPr id="973" name="Google Shape;973;p63"/>
          <p:cNvSpPr/>
          <p:nvPr/>
        </p:nvSpPr>
        <p:spPr>
          <a:xfrm>
            <a:off x="3218522"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4" name="Google Shape;974;p63"/>
          <p:cNvSpPr/>
          <p:nvPr/>
        </p:nvSpPr>
        <p:spPr>
          <a:xfrm>
            <a:off x="28115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75" name="Google Shape;975;p63"/>
          <p:cNvPicPr preferRelativeResize="0"/>
          <p:nvPr/>
        </p:nvPicPr>
        <p:blipFill>
          <a:blip r:embed="rId4">
            <a:alphaModFix amt="25000"/>
          </a:blip>
          <a:stretch>
            <a:fillRect/>
          </a:stretch>
        </p:blipFill>
        <p:spPr>
          <a:xfrm>
            <a:off x="373800" y="3717388"/>
            <a:ext cx="1017300" cy="1063224"/>
          </a:xfrm>
          <a:prstGeom prst="rect">
            <a:avLst/>
          </a:prstGeom>
          <a:noFill/>
          <a:ln>
            <a:noFill/>
          </a:ln>
        </p:spPr>
      </p:pic>
      <p:pic>
        <p:nvPicPr>
          <p:cNvPr id="976" name="Google Shape;976;p63"/>
          <p:cNvPicPr preferRelativeResize="0"/>
          <p:nvPr/>
        </p:nvPicPr>
        <p:blipFill>
          <a:blip r:embed="rId5">
            <a:alphaModFix amt="25000"/>
          </a:blip>
          <a:stretch>
            <a:fillRect/>
          </a:stretch>
        </p:blipFill>
        <p:spPr>
          <a:xfrm>
            <a:off x="3226796" y="3659025"/>
            <a:ext cx="1179950" cy="1179950"/>
          </a:xfrm>
          <a:prstGeom prst="rect">
            <a:avLst/>
          </a:prstGeom>
          <a:noFill/>
          <a:ln>
            <a:noFill/>
          </a:ln>
        </p:spPr>
      </p:pic>
      <p:sp>
        <p:nvSpPr>
          <p:cNvPr id="977" name="Google Shape;977;p63"/>
          <p:cNvSpPr/>
          <p:nvPr/>
        </p:nvSpPr>
        <p:spPr>
          <a:xfrm>
            <a:off x="1770722" y="3640150"/>
            <a:ext cx="1199700" cy="1217700"/>
          </a:xfrm>
          <a:prstGeom prst="ellipse">
            <a:avLst/>
          </a:prstGeom>
          <a:solidFill>
            <a:schemeClr val="lt1"/>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8" name="Google Shape;978;p63"/>
          <p:cNvSpPr/>
          <p:nvPr/>
        </p:nvSpPr>
        <p:spPr>
          <a:xfrm>
            <a:off x="4708095"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9" name="Google Shape;979;p63"/>
          <p:cNvSpPr/>
          <p:nvPr/>
        </p:nvSpPr>
        <p:spPr>
          <a:xfrm>
            <a:off x="764386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0" name="Google Shape;980;p63"/>
          <p:cNvSpPr/>
          <p:nvPr/>
        </p:nvSpPr>
        <p:spPr>
          <a:xfrm>
            <a:off x="259078"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1" name="Google Shape;981;p63"/>
          <p:cNvSpPr txBox="1"/>
          <p:nvPr/>
        </p:nvSpPr>
        <p:spPr>
          <a:xfrm>
            <a:off x="382216"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김예은</a:t>
            </a:r>
            <a:endParaRPr b="1" sz="1900">
              <a:solidFill>
                <a:srgbClr val="242A44"/>
              </a:solidFill>
              <a:latin typeface="Noto Sans KR"/>
              <a:ea typeface="Noto Sans KR"/>
              <a:cs typeface="Noto Sans KR"/>
              <a:sym typeface="Noto Sans KR"/>
            </a:endParaRPr>
          </a:p>
        </p:txBody>
      </p:sp>
      <p:sp>
        <p:nvSpPr>
          <p:cNvPr id="982" name="Google Shape;982;p63"/>
          <p:cNvSpPr txBox="1"/>
          <p:nvPr/>
        </p:nvSpPr>
        <p:spPr>
          <a:xfrm>
            <a:off x="382216"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sp>
        <p:nvSpPr>
          <p:cNvPr id="983" name="Google Shape;983;p63"/>
          <p:cNvSpPr/>
          <p:nvPr/>
        </p:nvSpPr>
        <p:spPr>
          <a:xfrm>
            <a:off x="3210824"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4" name="Google Shape;984;p63"/>
          <p:cNvSpPr txBox="1"/>
          <p:nvPr/>
        </p:nvSpPr>
        <p:spPr>
          <a:xfrm>
            <a:off x="3333962"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문성빈</a:t>
            </a:r>
            <a:endParaRPr b="1" sz="1900">
              <a:solidFill>
                <a:srgbClr val="242A44"/>
              </a:solidFill>
              <a:latin typeface="Noto Sans KR"/>
              <a:ea typeface="Noto Sans KR"/>
              <a:cs typeface="Noto Sans KR"/>
              <a:sym typeface="Noto Sans KR"/>
            </a:endParaRPr>
          </a:p>
        </p:txBody>
      </p:sp>
      <p:sp>
        <p:nvSpPr>
          <p:cNvPr id="985" name="Google Shape;985;p63"/>
          <p:cNvSpPr txBox="1"/>
          <p:nvPr/>
        </p:nvSpPr>
        <p:spPr>
          <a:xfrm>
            <a:off x="3333962"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sp>
        <p:nvSpPr>
          <p:cNvPr id="986" name="Google Shape;986;p63"/>
          <p:cNvSpPr/>
          <p:nvPr/>
        </p:nvSpPr>
        <p:spPr>
          <a:xfrm>
            <a:off x="6162570"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7" name="Google Shape;987;p63"/>
          <p:cNvSpPr txBox="1"/>
          <p:nvPr/>
        </p:nvSpPr>
        <p:spPr>
          <a:xfrm>
            <a:off x="6285708"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박주성</a:t>
            </a:r>
            <a:endParaRPr b="1" sz="1900">
              <a:solidFill>
                <a:srgbClr val="242A44"/>
              </a:solidFill>
              <a:latin typeface="Noto Sans KR"/>
              <a:ea typeface="Noto Sans KR"/>
              <a:cs typeface="Noto Sans KR"/>
              <a:sym typeface="Noto Sans KR"/>
            </a:endParaRPr>
          </a:p>
        </p:txBody>
      </p:sp>
      <p:sp>
        <p:nvSpPr>
          <p:cNvPr id="988" name="Google Shape;988;p63"/>
          <p:cNvSpPr txBox="1"/>
          <p:nvPr/>
        </p:nvSpPr>
        <p:spPr>
          <a:xfrm>
            <a:off x="6285708"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Frontend</a:t>
            </a:r>
            <a:endParaRPr sz="900">
              <a:solidFill>
                <a:srgbClr val="242A44"/>
              </a:solidFill>
              <a:latin typeface="Noto Sans KR"/>
              <a:ea typeface="Noto Sans KR"/>
              <a:cs typeface="Noto Sans KR"/>
              <a:sym typeface="Noto Sans KR"/>
            </a:endParaRPr>
          </a:p>
        </p:txBody>
      </p:sp>
      <p:pic>
        <p:nvPicPr>
          <p:cNvPr id="989" name="Google Shape;989;p63"/>
          <p:cNvPicPr preferRelativeResize="0"/>
          <p:nvPr/>
        </p:nvPicPr>
        <p:blipFill>
          <a:blip r:embed="rId6">
            <a:alphaModFix amt="25000"/>
          </a:blip>
          <a:stretch>
            <a:fillRect/>
          </a:stretch>
        </p:blipFill>
        <p:spPr>
          <a:xfrm>
            <a:off x="4728363" y="3659025"/>
            <a:ext cx="1179950" cy="1179950"/>
          </a:xfrm>
          <a:prstGeom prst="rect">
            <a:avLst/>
          </a:prstGeom>
          <a:noFill/>
          <a:ln>
            <a:noFill/>
          </a:ln>
        </p:spPr>
      </p:pic>
      <p:sp>
        <p:nvSpPr>
          <p:cNvPr id="990" name="Google Shape;990;p63"/>
          <p:cNvSpPr/>
          <p:nvPr/>
        </p:nvSpPr>
        <p:spPr>
          <a:xfrm>
            <a:off x="4686697"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1" name="Google Shape;991;p63"/>
          <p:cNvSpPr txBox="1"/>
          <p:nvPr/>
        </p:nvSpPr>
        <p:spPr>
          <a:xfrm>
            <a:off x="4809835"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천준호</a:t>
            </a:r>
            <a:endParaRPr b="1" sz="1900">
              <a:solidFill>
                <a:srgbClr val="242A44"/>
              </a:solidFill>
              <a:latin typeface="Noto Sans KR"/>
              <a:ea typeface="Noto Sans KR"/>
              <a:cs typeface="Noto Sans KR"/>
              <a:sym typeface="Noto Sans KR"/>
            </a:endParaRPr>
          </a:p>
        </p:txBody>
      </p:sp>
      <p:sp>
        <p:nvSpPr>
          <p:cNvPr id="992" name="Google Shape;992;p63"/>
          <p:cNvSpPr txBox="1"/>
          <p:nvPr/>
        </p:nvSpPr>
        <p:spPr>
          <a:xfrm>
            <a:off x="4809835"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pic>
        <p:nvPicPr>
          <p:cNvPr id="993" name="Google Shape;993;p63"/>
          <p:cNvPicPr preferRelativeResize="0"/>
          <p:nvPr/>
        </p:nvPicPr>
        <p:blipFill rotWithShape="1">
          <a:blip r:embed="rId7">
            <a:alphaModFix amt="25000"/>
          </a:blip>
          <a:srcRect b="40803" l="6849" r="71638" t="36713"/>
          <a:stretch/>
        </p:blipFill>
        <p:spPr>
          <a:xfrm>
            <a:off x="6461850" y="3830004"/>
            <a:ext cx="747000" cy="780600"/>
          </a:xfrm>
          <a:prstGeom prst="chord">
            <a:avLst>
              <a:gd fmla="val 19556598" name="adj1"/>
              <a:gd fmla="val 16200000" name="adj2"/>
            </a:avLst>
          </a:prstGeom>
          <a:noFill/>
          <a:ln>
            <a:noFill/>
          </a:ln>
        </p:spPr>
      </p:pic>
      <p:pic>
        <p:nvPicPr>
          <p:cNvPr id="994" name="Google Shape;994;p63"/>
          <p:cNvPicPr preferRelativeResize="0"/>
          <p:nvPr/>
        </p:nvPicPr>
        <p:blipFill>
          <a:blip r:embed="rId8">
            <a:alphaModFix/>
          </a:blip>
          <a:stretch>
            <a:fillRect/>
          </a:stretch>
        </p:blipFill>
        <p:spPr>
          <a:xfrm>
            <a:off x="1745988" y="3649150"/>
            <a:ext cx="1199699" cy="1199699"/>
          </a:xfrm>
          <a:prstGeom prst="rect">
            <a:avLst/>
          </a:prstGeom>
          <a:noFill/>
          <a:ln>
            <a:noFill/>
          </a:ln>
        </p:spPr>
      </p:pic>
      <p:sp>
        <p:nvSpPr>
          <p:cNvPr id="995" name="Google Shape;995;p63"/>
          <p:cNvSpPr/>
          <p:nvPr/>
        </p:nvSpPr>
        <p:spPr>
          <a:xfrm>
            <a:off x="1734951" y="4639086"/>
            <a:ext cx="1263300" cy="471900"/>
          </a:xfrm>
          <a:prstGeom prst="roundRect">
            <a:avLst>
              <a:gd fmla="val 16667" name="adj"/>
            </a:avLst>
          </a:prstGeom>
          <a:solidFill>
            <a:schemeClr val="lt1"/>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6" name="Google Shape;996;p63"/>
          <p:cNvSpPr txBox="1"/>
          <p:nvPr/>
        </p:nvSpPr>
        <p:spPr>
          <a:xfrm>
            <a:off x="1858089"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이동규</a:t>
            </a:r>
            <a:endParaRPr b="1" sz="1900">
              <a:solidFill>
                <a:srgbClr val="242A44"/>
              </a:solidFill>
              <a:latin typeface="Noto Sans KR"/>
              <a:ea typeface="Noto Sans KR"/>
              <a:cs typeface="Noto Sans KR"/>
              <a:sym typeface="Noto Sans KR"/>
            </a:endParaRPr>
          </a:p>
        </p:txBody>
      </p:sp>
      <p:sp>
        <p:nvSpPr>
          <p:cNvPr id="997" name="Google Shape;997;p63"/>
          <p:cNvSpPr txBox="1"/>
          <p:nvPr/>
        </p:nvSpPr>
        <p:spPr>
          <a:xfrm>
            <a:off x="1858089"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pic>
        <p:nvPicPr>
          <p:cNvPr id="998" name="Google Shape;998;p63"/>
          <p:cNvPicPr preferRelativeResize="0"/>
          <p:nvPr/>
        </p:nvPicPr>
        <p:blipFill rotWithShape="1">
          <a:blip r:embed="rId9">
            <a:alphaModFix amt="25000"/>
          </a:blip>
          <a:srcRect b="14432" l="19938" r="16032" t="9803"/>
          <a:stretch/>
        </p:blipFill>
        <p:spPr>
          <a:xfrm>
            <a:off x="7899250" y="3802075"/>
            <a:ext cx="700875" cy="829325"/>
          </a:xfrm>
          <a:prstGeom prst="rect">
            <a:avLst/>
          </a:prstGeom>
          <a:noFill/>
          <a:ln>
            <a:noFill/>
          </a:ln>
        </p:spPr>
      </p:pic>
      <p:sp>
        <p:nvSpPr>
          <p:cNvPr id="999" name="Google Shape;999;p63"/>
          <p:cNvSpPr/>
          <p:nvPr/>
        </p:nvSpPr>
        <p:spPr>
          <a:xfrm>
            <a:off x="7638443"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0" name="Google Shape;1000;p63"/>
          <p:cNvSpPr txBox="1"/>
          <p:nvPr/>
        </p:nvSpPr>
        <p:spPr>
          <a:xfrm>
            <a:off x="7761581"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서예성</a:t>
            </a:r>
            <a:endParaRPr b="1" sz="1900">
              <a:solidFill>
                <a:srgbClr val="242A44"/>
              </a:solidFill>
              <a:latin typeface="Noto Sans KR"/>
              <a:ea typeface="Noto Sans KR"/>
              <a:cs typeface="Noto Sans KR"/>
              <a:sym typeface="Noto Sans KR"/>
            </a:endParaRPr>
          </a:p>
        </p:txBody>
      </p:sp>
      <p:sp>
        <p:nvSpPr>
          <p:cNvPr id="1001" name="Google Shape;1001;p63"/>
          <p:cNvSpPr txBox="1"/>
          <p:nvPr/>
        </p:nvSpPr>
        <p:spPr>
          <a:xfrm>
            <a:off x="7761581"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Frontend</a:t>
            </a:r>
            <a:endParaRPr sz="900">
              <a:solidFill>
                <a:srgbClr val="242A44"/>
              </a:solidFill>
              <a:latin typeface="Noto Sans KR"/>
              <a:ea typeface="Noto Sans KR"/>
              <a:cs typeface="Noto Sans KR"/>
              <a:sym typeface="Noto Sans KR"/>
            </a:endParaRPr>
          </a:p>
        </p:txBody>
      </p:sp>
      <p:sp>
        <p:nvSpPr>
          <p:cNvPr id="1002" name="Google Shape;1002;p63"/>
          <p:cNvSpPr/>
          <p:nvPr/>
        </p:nvSpPr>
        <p:spPr>
          <a:xfrm>
            <a:off x="3210828"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3" name="Google Shape;1003;p63"/>
          <p:cNvSpPr/>
          <p:nvPr/>
        </p:nvSpPr>
        <p:spPr>
          <a:xfrm>
            <a:off x="259076"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4" name="Google Shape;1004;p63"/>
          <p:cNvSpPr/>
          <p:nvPr/>
        </p:nvSpPr>
        <p:spPr>
          <a:xfrm>
            <a:off x="4686697"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5" name="Google Shape;1005;p63"/>
          <p:cNvSpPr/>
          <p:nvPr/>
        </p:nvSpPr>
        <p:spPr>
          <a:xfrm>
            <a:off x="6162570"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6" name="Google Shape;1006;p63"/>
          <p:cNvSpPr/>
          <p:nvPr/>
        </p:nvSpPr>
        <p:spPr>
          <a:xfrm>
            <a:off x="7638443"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7" name="Google Shape;1007;p63"/>
          <p:cNvSpPr/>
          <p:nvPr/>
        </p:nvSpPr>
        <p:spPr>
          <a:xfrm flipH="1" rot="-6880760">
            <a:off x="4943245" y="2483584"/>
            <a:ext cx="513724" cy="1247761"/>
          </a:xfrm>
          <a:prstGeom prst="triangle">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8" name="Google Shape;1008;p63"/>
          <p:cNvSpPr txBox="1"/>
          <p:nvPr/>
        </p:nvSpPr>
        <p:spPr>
          <a:xfrm>
            <a:off x="4926725" y="1681400"/>
            <a:ext cx="3852300" cy="17442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ko">
                <a:solidFill>
                  <a:schemeClr val="lt1"/>
                </a:solidFill>
                <a:latin typeface="Noto Sans KR"/>
                <a:ea typeface="Noto Sans KR"/>
                <a:cs typeface="Noto Sans KR"/>
                <a:sym typeface="Noto Sans KR"/>
              </a:rPr>
              <a:t>클래스의 추가 및 클래스의 컬럼명 수정 등의 일이 잦았습니다. </a:t>
            </a:r>
            <a:endParaRPr>
              <a:solidFill>
                <a:schemeClr val="lt1"/>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lang="ko">
                <a:solidFill>
                  <a:schemeClr val="lt1"/>
                </a:solidFill>
                <a:latin typeface="Noto Sans KR"/>
                <a:ea typeface="Noto Sans KR"/>
                <a:cs typeface="Noto Sans KR"/>
                <a:sym typeface="Noto Sans KR"/>
              </a:rPr>
              <a:t>초기 설계 부분인 정의서 및 요구사항등을 구상하는 능력이 미흡하여 보완이 필요해 보였습니다.</a:t>
            </a:r>
            <a:endParaRPr b="1" sz="1300">
              <a:solidFill>
                <a:schemeClr val="lt1"/>
              </a:solidFill>
              <a:latin typeface="Noto Sans KR"/>
              <a:ea typeface="Noto Sans KR"/>
              <a:cs typeface="Noto Sans KR"/>
              <a:sym typeface="Noto Sans KR"/>
            </a:endParaRPr>
          </a:p>
        </p:txBody>
      </p:sp>
      <p:sp>
        <p:nvSpPr>
          <p:cNvPr id="1009" name="Google Shape;1009;p63"/>
          <p:cNvSpPr txBox="1"/>
          <p:nvPr/>
        </p:nvSpPr>
        <p:spPr>
          <a:xfrm>
            <a:off x="642500" y="1681326"/>
            <a:ext cx="4040700" cy="18720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ko" sz="1500">
                <a:solidFill>
                  <a:schemeClr val="lt1"/>
                </a:solidFill>
                <a:latin typeface="Noto Sans KR"/>
                <a:ea typeface="Noto Sans KR"/>
                <a:cs typeface="Noto Sans KR"/>
                <a:sym typeface="Noto Sans KR"/>
              </a:rPr>
              <a:t>첫 대규모 협업 프로젝트인 만큼 팀원들과 서로 부족했던 부분을 서로 공유하면서 협업심을 키울 수 있었습니다. 10주의 짧은 시간이었지만 보람찼던 프로젝트라고 생각합니다.</a:t>
            </a:r>
            <a:endParaRPr>
              <a:solidFill>
                <a:schemeClr val="lt1"/>
              </a:solidFill>
              <a:latin typeface="Noto Sans KR"/>
              <a:ea typeface="Noto Sans KR"/>
              <a:cs typeface="Noto Sans KR"/>
              <a:sym typeface="Noto Sans K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1013" name="Shape 1013"/>
        <p:cNvGrpSpPr/>
        <p:nvPr/>
      </p:nvGrpSpPr>
      <p:grpSpPr>
        <a:xfrm>
          <a:off x="0" y="0"/>
          <a:ext cx="0" cy="0"/>
          <a:chOff x="0" y="0"/>
          <a:chExt cx="0" cy="0"/>
        </a:xfrm>
      </p:grpSpPr>
      <p:sp>
        <p:nvSpPr>
          <p:cNvPr id="1014" name="Google Shape;1014;p64"/>
          <p:cNvSpPr/>
          <p:nvPr/>
        </p:nvSpPr>
        <p:spPr>
          <a:xfrm flipH="1">
            <a:off x="531650" y="1707925"/>
            <a:ext cx="4218600" cy="1727700"/>
          </a:xfrm>
          <a:prstGeom prst="roundRect">
            <a:avLst>
              <a:gd fmla="val 16667"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5" name="Google Shape;1015;p64"/>
          <p:cNvSpPr/>
          <p:nvPr/>
        </p:nvSpPr>
        <p:spPr>
          <a:xfrm>
            <a:off x="4866100" y="1864013"/>
            <a:ext cx="3977400" cy="1572000"/>
          </a:xfrm>
          <a:prstGeom prst="roundRect">
            <a:avLst>
              <a:gd fmla="val 16667"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6" name="Google Shape;1016;p64"/>
          <p:cNvSpPr txBox="1"/>
          <p:nvPr/>
        </p:nvSpPr>
        <p:spPr>
          <a:xfrm>
            <a:off x="566725" y="1393202"/>
            <a:ext cx="16362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1F497D"/>
                </a:solidFill>
                <a:latin typeface="Noto Sans KR"/>
                <a:ea typeface="Noto Sans KR"/>
                <a:cs typeface="Noto Sans KR"/>
                <a:sym typeface="Noto Sans KR"/>
              </a:rPr>
              <a:t>프로젝트 후기</a:t>
            </a:r>
            <a:endParaRPr b="1" sz="1700">
              <a:solidFill>
                <a:srgbClr val="1F497D"/>
              </a:solidFill>
              <a:latin typeface="Noto Sans KR"/>
              <a:ea typeface="Noto Sans KR"/>
              <a:cs typeface="Noto Sans KR"/>
              <a:sym typeface="Noto Sans KR"/>
            </a:endParaRPr>
          </a:p>
        </p:txBody>
      </p:sp>
      <p:sp>
        <p:nvSpPr>
          <p:cNvPr id="1017" name="Google Shape;1017;p64"/>
          <p:cNvSpPr txBox="1"/>
          <p:nvPr/>
        </p:nvSpPr>
        <p:spPr>
          <a:xfrm>
            <a:off x="7738899" y="1554634"/>
            <a:ext cx="1096800" cy="34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1F497D"/>
                </a:solidFill>
                <a:latin typeface="Noto Sans KR"/>
                <a:ea typeface="Noto Sans KR"/>
                <a:cs typeface="Noto Sans KR"/>
                <a:sym typeface="Noto Sans KR"/>
              </a:rPr>
              <a:t>보완점</a:t>
            </a:r>
            <a:endParaRPr b="1" sz="1700">
              <a:solidFill>
                <a:srgbClr val="1F497D"/>
              </a:solidFill>
              <a:latin typeface="Noto Sans KR"/>
              <a:ea typeface="Noto Sans KR"/>
              <a:cs typeface="Noto Sans KR"/>
              <a:sym typeface="Noto Sans KR"/>
            </a:endParaRPr>
          </a:p>
        </p:txBody>
      </p:sp>
      <p:sp>
        <p:nvSpPr>
          <p:cNvPr id="1018" name="Google Shape;1018;p64"/>
          <p:cNvSpPr/>
          <p:nvPr/>
        </p:nvSpPr>
        <p:spPr>
          <a:xfrm>
            <a:off x="619606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9" name="Google Shape;1019;p64"/>
          <p:cNvSpPr/>
          <p:nvPr/>
        </p:nvSpPr>
        <p:spPr>
          <a:xfrm rot="-6617616">
            <a:off x="4258412" y="3294946"/>
            <a:ext cx="444597" cy="250800"/>
          </a:xfrm>
          <a:prstGeom prst="triangle">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20" name="Google Shape;1020;p64"/>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1021" name="Google Shape;1021;p64"/>
          <p:cNvSpPr txBox="1"/>
          <p:nvPr/>
        </p:nvSpPr>
        <p:spPr>
          <a:xfrm>
            <a:off x="147075" y="294475"/>
            <a:ext cx="2694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rPr>
              <a:t>팀원별 후기</a:t>
            </a:r>
            <a:endParaRPr b="1" sz="2100">
              <a:solidFill>
                <a:srgbClr val="242A44"/>
              </a:solidFill>
            </a:endParaRPr>
          </a:p>
        </p:txBody>
      </p:sp>
      <p:sp>
        <p:nvSpPr>
          <p:cNvPr id="1022" name="Google Shape;1022;p64"/>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5. 프로젝트 후기</a:t>
            </a:r>
            <a:endParaRPr b="1" sz="1600">
              <a:solidFill>
                <a:srgbClr val="242A44"/>
              </a:solidFill>
              <a:latin typeface="Noto Sans KR"/>
              <a:ea typeface="Noto Sans KR"/>
              <a:cs typeface="Noto Sans KR"/>
              <a:sym typeface="Noto Sans KR"/>
            </a:endParaRPr>
          </a:p>
        </p:txBody>
      </p:sp>
      <p:sp>
        <p:nvSpPr>
          <p:cNvPr id="1023" name="Google Shape;1023;p64"/>
          <p:cNvSpPr/>
          <p:nvPr/>
        </p:nvSpPr>
        <p:spPr>
          <a:xfrm>
            <a:off x="3218522"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4" name="Google Shape;1024;p64"/>
          <p:cNvSpPr/>
          <p:nvPr/>
        </p:nvSpPr>
        <p:spPr>
          <a:xfrm>
            <a:off x="28115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25" name="Google Shape;1025;p64"/>
          <p:cNvPicPr preferRelativeResize="0"/>
          <p:nvPr/>
        </p:nvPicPr>
        <p:blipFill>
          <a:blip r:embed="rId4">
            <a:alphaModFix amt="25000"/>
          </a:blip>
          <a:stretch>
            <a:fillRect/>
          </a:stretch>
        </p:blipFill>
        <p:spPr>
          <a:xfrm>
            <a:off x="373800" y="3717388"/>
            <a:ext cx="1017300" cy="1063224"/>
          </a:xfrm>
          <a:prstGeom prst="rect">
            <a:avLst/>
          </a:prstGeom>
          <a:noFill/>
          <a:ln>
            <a:noFill/>
          </a:ln>
        </p:spPr>
      </p:pic>
      <p:pic>
        <p:nvPicPr>
          <p:cNvPr id="1026" name="Google Shape;1026;p64"/>
          <p:cNvPicPr preferRelativeResize="0"/>
          <p:nvPr/>
        </p:nvPicPr>
        <p:blipFill>
          <a:blip r:embed="rId5">
            <a:alphaModFix amt="25000"/>
          </a:blip>
          <a:stretch>
            <a:fillRect/>
          </a:stretch>
        </p:blipFill>
        <p:spPr>
          <a:xfrm>
            <a:off x="3226796" y="3659025"/>
            <a:ext cx="1179950" cy="1179950"/>
          </a:xfrm>
          <a:prstGeom prst="rect">
            <a:avLst/>
          </a:prstGeom>
          <a:noFill/>
          <a:ln>
            <a:noFill/>
          </a:ln>
        </p:spPr>
      </p:pic>
      <p:sp>
        <p:nvSpPr>
          <p:cNvPr id="1027" name="Google Shape;1027;p64"/>
          <p:cNvSpPr/>
          <p:nvPr/>
        </p:nvSpPr>
        <p:spPr>
          <a:xfrm>
            <a:off x="1770722"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8" name="Google Shape;1028;p64"/>
          <p:cNvSpPr/>
          <p:nvPr/>
        </p:nvSpPr>
        <p:spPr>
          <a:xfrm>
            <a:off x="4708095" y="3640150"/>
            <a:ext cx="1199700" cy="1217700"/>
          </a:xfrm>
          <a:prstGeom prst="ellipse">
            <a:avLst/>
          </a:prstGeom>
          <a:solidFill>
            <a:schemeClr val="lt1"/>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9" name="Google Shape;1029;p64"/>
          <p:cNvSpPr/>
          <p:nvPr/>
        </p:nvSpPr>
        <p:spPr>
          <a:xfrm>
            <a:off x="764386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0" name="Google Shape;1030;p64"/>
          <p:cNvSpPr/>
          <p:nvPr/>
        </p:nvSpPr>
        <p:spPr>
          <a:xfrm>
            <a:off x="259078"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1" name="Google Shape;1031;p64"/>
          <p:cNvSpPr txBox="1"/>
          <p:nvPr/>
        </p:nvSpPr>
        <p:spPr>
          <a:xfrm>
            <a:off x="382216"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김예은</a:t>
            </a:r>
            <a:endParaRPr b="1" sz="1900">
              <a:solidFill>
                <a:srgbClr val="242A44"/>
              </a:solidFill>
              <a:latin typeface="Noto Sans KR"/>
              <a:ea typeface="Noto Sans KR"/>
              <a:cs typeface="Noto Sans KR"/>
              <a:sym typeface="Noto Sans KR"/>
            </a:endParaRPr>
          </a:p>
        </p:txBody>
      </p:sp>
      <p:sp>
        <p:nvSpPr>
          <p:cNvPr id="1032" name="Google Shape;1032;p64"/>
          <p:cNvSpPr txBox="1"/>
          <p:nvPr/>
        </p:nvSpPr>
        <p:spPr>
          <a:xfrm>
            <a:off x="382216"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sp>
        <p:nvSpPr>
          <p:cNvPr id="1033" name="Google Shape;1033;p64"/>
          <p:cNvSpPr/>
          <p:nvPr/>
        </p:nvSpPr>
        <p:spPr>
          <a:xfrm>
            <a:off x="3210824"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4" name="Google Shape;1034;p64"/>
          <p:cNvSpPr txBox="1"/>
          <p:nvPr/>
        </p:nvSpPr>
        <p:spPr>
          <a:xfrm>
            <a:off x="3333962"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문성빈</a:t>
            </a:r>
            <a:endParaRPr b="1" sz="1900">
              <a:solidFill>
                <a:srgbClr val="242A44"/>
              </a:solidFill>
              <a:latin typeface="Noto Sans KR"/>
              <a:ea typeface="Noto Sans KR"/>
              <a:cs typeface="Noto Sans KR"/>
              <a:sym typeface="Noto Sans KR"/>
            </a:endParaRPr>
          </a:p>
        </p:txBody>
      </p:sp>
      <p:sp>
        <p:nvSpPr>
          <p:cNvPr id="1035" name="Google Shape;1035;p64"/>
          <p:cNvSpPr txBox="1"/>
          <p:nvPr/>
        </p:nvSpPr>
        <p:spPr>
          <a:xfrm>
            <a:off x="3333962"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sp>
        <p:nvSpPr>
          <p:cNvPr id="1036" name="Google Shape;1036;p64"/>
          <p:cNvSpPr/>
          <p:nvPr/>
        </p:nvSpPr>
        <p:spPr>
          <a:xfrm>
            <a:off x="6162570"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7" name="Google Shape;1037;p64"/>
          <p:cNvSpPr txBox="1"/>
          <p:nvPr/>
        </p:nvSpPr>
        <p:spPr>
          <a:xfrm>
            <a:off x="6285708"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박주성</a:t>
            </a:r>
            <a:endParaRPr b="1" sz="1900">
              <a:solidFill>
                <a:srgbClr val="242A44"/>
              </a:solidFill>
              <a:latin typeface="Noto Sans KR"/>
              <a:ea typeface="Noto Sans KR"/>
              <a:cs typeface="Noto Sans KR"/>
              <a:sym typeface="Noto Sans KR"/>
            </a:endParaRPr>
          </a:p>
        </p:txBody>
      </p:sp>
      <p:sp>
        <p:nvSpPr>
          <p:cNvPr id="1038" name="Google Shape;1038;p64"/>
          <p:cNvSpPr txBox="1"/>
          <p:nvPr/>
        </p:nvSpPr>
        <p:spPr>
          <a:xfrm>
            <a:off x="6285708"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Frontend</a:t>
            </a:r>
            <a:endParaRPr sz="900">
              <a:solidFill>
                <a:srgbClr val="242A44"/>
              </a:solidFill>
              <a:latin typeface="Noto Sans KR"/>
              <a:ea typeface="Noto Sans KR"/>
              <a:cs typeface="Noto Sans KR"/>
              <a:sym typeface="Noto Sans KR"/>
            </a:endParaRPr>
          </a:p>
        </p:txBody>
      </p:sp>
      <p:pic>
        <p:nvPicPr>
          <p:cNvPr id="1039" name="Google Shape;1039;p64"/>
          <p:cNvPicPr preferRelativeResize="0"/>
          <p:nvPr/>
        </p:nvPicPr>
        <p:blipFill>
          <a:blip r:embed="rId6">
            <a:alphaModFix/>
          </a:blip>
          <a:stretch>
            <a:fillRect/>
          </a:stretch>
        </p:blipFill>
        <p:spPr>
          <a:xfrm>
            <a:off x="4728363" y="3659025"/>
            <a:ext cx="1179950" cy="1179950"/>
          </a:xfrm>
          <a:prstGeom prst="rect">
            <a:avLst/>
          </a:prstGeom>
          <a:noFill/>
          <a:ln>
            <a:noFill/>
          </a:ln>
        </p:spPr>
      </p:pic>
      <p:sp>
        <p:nvSpPr>
          <p:cNvPr id="1040" name="Google Shape;1040;p64"/>
          <p:cNvSpPr/>
          <p:nvPr/>
        </p:nvSpPr>
        <p:spPr>
          <a:xfrm>
            <a:off x="4686697" y="4639086"/>
            <a:ext cx="1263300" cy="471900"/>
          </a:xfrm>
          <a:prstGeom prst="roundRect">
            <a:avLst>
              <a:gd fmla="val 16667" name="adj"/>
            </a:avLst>
          </a:prstGeom>
          <a:solidFill>
            <a:schemeClr val="lt1"/>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1" name="Google Shape;1041;p64"/>
          <p:cNvSpPr txBox="1"/>
          <p:nvPr/>
        </p:nvSpPr>
        <p:spPr>
          <a:xfrm>
            <a:off x="4809835"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천준호</a:t>
            </a:r>
            <a:endParaRPr b="1" sz="1900">
              <a:solidFill>
                <a:srgbClr val="242A44"/>
              </a:solidFill>
              <a:latin typeface="Noto Sans KR"/>
              <a:ea typeface="Noto Sans KR"/>
              <a:cs typeface="Noto Sans KR"/>
              <a:sym typeface="Noto Sans KR"/>
            </a:endParaRPr>
          </a:p>
        </p:txBody>
      </p:sp>
      <p:sp>
        <p:nvSpPr>
          <p:cNvPr id="1042" name="Google Shape;1042;p64"/>
          <p:cNvSpPr txBox="1"/>
          <p:nvPr/>
        </p:nvSpPr>
        <p:spPr>
          <a:xfrm>
            <a:off x="4809835"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pic>
        <p:nvPicPr>
          <p:cNvPr id="1043" name="Google Shape;1043;p64"/>
          <p:cNvPicPr preferRelativeResize="0"/>
          <p:nvPr/>
        </p:nvPicPr>
        <p:blipFill rotWithShape="1">
          <a:blip r:embed="rId7">
            <a:alphaModFix amt="25000"/>
          </a:blip>
          <a:srcRect b="40803" l="6849" r="71638" t="36713"/>
          <a:stretch/>
        </p:blipFill>
        <p:spPr>
          <a:xfrm>
            <a:off x="6461850" y="3830004"/>
            <a:ext cx="747000" cy="780600"/>
          </a:xfrm>
          <a:prstGeom prst="chord">
            <a:avLst>
              <a:gd fmla="val 19556598" name="adj1"/>
              <a:gd fmla="val 16200000" name="adj2"/>
            </a:avLst>
          </a:prstGeom>
          <a:noFill/>
          <a:ln>
            <a:noFill/>
          </a:ln>
        </p:spPr>
      </p:pic>
      <p:pic>
        <p:nvPicPr>
          <p:cNvPr id="1044" name="Google Shape;1044;p64"/>
          <p:cNvPicPr preferRelativeResize="0"/>
          <p:nvPr/>
        </p:nvPicPr>
        <p:blipFill>
          <a:blip r:embed="rId8">
            <a:alphaModFix amt="25000"/>
          </a:blip>
          <a:stretch>
            <a:fillRect/>
          </a:stretch>
        </p:blipFill>
        <p:spPr>
          <a:xfrm>
            <a:off x="1745988" y="3649150"/>
            <a:ext cx="1199699" cy="1199699"/>
          </a:xfrm>
          <a:prstGeom prst="rect">
            <a:avLst/>
          </a:prstGeom>
          <a:noFill/>
          <a:ln>
            <a:noFill/>
          </a:ln>
        </p:spPr>
      </p:pic>
      <p:sp>
        <p:nvSpPr>
          <p:cNvPr id="1045" name="Google Shape;1045;p64"/>
          <p:cNvSpPr/>
          <p:nvPr/>
        </p:nvSpPr>
        <p:spPr>
          <a:xfrm>
            <a:off x="1734951"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6" name="Google Shape;1046;p64"/>
          <p:cNvSpPr txBox="1"/>
          <p:nvPr/>
        </p:nvSpPr>
        <p:spPr>
          <a:xfrm>
            <a:off x="1858089"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이동규</a:t>
            </a:r>
            <a:endParaRPr b="1" sz="1900">
              <a:solidFill>
                <a:srgbClr val="242A44"/>
              </a:solidFill>
              <a:latin typeface="Noto Sans KR"/>
              <a:ea typeface="Noto Sans KR"/>
              <a:cs typeface="Noto Sans KR"/>
              <a:sym typeface="Noto Sans KR"/>
            </a:endParaRPr>
          </a:p>
        </p:txBody>
      </p:sp>
      <p:sp>
        <p:nvSpPr>
          <p:cNvPr id="1047" name="Google Shape;1047;p64"/>
          <p:cNvSpPr txBox="1"/>
          <p:nvPr/>
        </p:nvSpPr>
        <p:spPr>
          <a:xfrm>
            <a:off x="1858089"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pic>
        <p:nvPicPr>
          <p:cNvPr id="1048" name="Google Shape;1048;p64"/>
          <p:cNvPicPr preferRelativeResize="0"/>
          <p:nvPr/>
        </p:nvPicPr>
        <p:blipFill rotWithShape="1">
          <a:blip r:embed="rId9">
            <a:alphaModFix amt="25000"/>
          </a:blip>
          <a:srcRect b="14432" l="19938" r="16032" t="9803"/>
          <a:stretch/>
        </p:blipFill>
        <p:spPr>
          <a:xfrm>
            <a:off x="7899250" y="3802075"/>
            <a:ext cx="700875" cy="829325"/>
          </a:xfrm>
          <a:prstGeom prst="rect">
            <a:avLst/>
          </a:prstGeom>
          <a:noFill/>
          <a:ln>
            <a:noFill/>
          </a:ln>
        </p:spPr>
      </p:pic>
      <p:sp>
        <p:nvSpPr>
          <p:cNvPr id="1049" name="Google Shape;1049;p64"/>
          <p:cNvSpPr/>
          <p:nvPr/>
        </p:nvSpPr>
        <p:spPr>
          <a:xfrm>
            <a:off x="7638443"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0" name="Google Shape;1050;p64"/>
          <p:cNvSpPr txBox="1"/>
          <p:nvPr/>
        </p:nvSpPr>
        <p:spPr>
          <a:xfrm>
            <a:off x="7761581"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서예성</a:t>
            </a:r>
            <a:endParaRPr b="1" sz="1900">
              <a:solidFill>
                <a:srgbClr val="242A44"/>
              </a:solidFill>
              <a:latin typeface="Noto Sans KR"/>
              <a:ea typeface="Noto Sans KR"/>
              <a:cs typeface="Noto Sans KR"/>
              <a:sym typeface="Noto Sans KR"/>
            </a:endParaRPr>
          </a:p>
        </p:txBody>
      </p:sp>
      <p:sp>
        <p:nvSpPr>
          <p:cNvPr id="1051" name="Google Shape;1051;p64"/>
          <p:cNvSpPr txBox="1"/>
          <p:nvPr/>
        </p:nvSpPr>
        <p:spPr>
          <a:xfrm>
            <a:off x="7761581"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Frontend</a:t>
            </a:r>
            <a:endParaRPr sz="900">
              <a:solidFill>
                <a:srgbClr val="242A44"/>
              </a:solidFill>
              <a:latin typeface="Noto Sans KR"/>
              <a:ea typeface="Noto Sans KR"/>
              <a:cs typeface="Noto Sans KR"/>
              <a:sym typeface="Noto Sans KR"/>
            </a:endParaRPr>
          </a:p>
        </p:txBody>
      </p:sp>
      <p:sp>
        <p:nvSpPr>
          <p:cNvPr id="1052" name="Google Shape;1052;p64"/>
          <p:cNvSpPr/>
          <p:nvPr/>
        </p:nvSpPr>
        <p:spPr>
          <a:xfrm>
            <a:off x="3210828"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3" name="Google Shape;1053;p64"/>
          <p:cNvSpPr/>
          <p:nvPr/>
        </p:nvSpPr>
        <p:spPr>
          <a:xfrm>
            <a:off x="259076"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4" name="Google Shape;1054;p64"/>
          <p:cNvSpPr/>
          <p:nvPr/>
        </p:nvSpPr>
        <p:spPr>
          <a:xfrm>
            <a:off x="1742935"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5" name="Google Shape;1055;p64"/>
          <p:cNvSpPr/>
          <p:nvPr/>
        </p:nvSpPr>
        <p:spPr>
          <a:xfrm>
            <a:off x="6162570"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6" name="Google Shape;1056;p64"/>
          <p:cNvSpPr/>
          <p:nvPr/>
        </p:nvSpPr>
        <p:spPr>
          <a:xfrm>
            <a:off x="7638443"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7" name="Google Shape;1057;p64"/>
          <p:cNvSpPr/>
          <p:nvPr/>
        </p:nvSpPr>
        <p:spPr>
          <a:xfrm flipH="1" rot="-8680576">
            <a:off x="5694222" y="2461842"/>
            <a:ext cx="513667" cy="1247584"/>
          </a:xfrm>
          <a:prstGeom prst="triangle">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8" name="Google Shape;1058;p64"/>
          <p:cNvSpPr txBox="1"/>
          <p:nvPr/>
        </p:nvSpPr>
        <p:spPr>
          <a:xfrm>
            <a:off x="642500" y="1721750"/>
            <a:ext cx="4040700" cy="1713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ko" sz="1500">
                <a:solidFill>
                  <a:schemeClr val="lt1"/>
                </a:solidFill>
                <a:latin typeface="Noto Sans KR"/>
                <a:ea typeface="Noto Sans KR"/>
                <a:cs typeface="Noto Sans KR"/>
                <a:sym typeface="Noto Sans KR"/>
              </a:rPr>
              <a:t>처음 팀 단위의 프로젝트를 하면서 서로의 아이디어가 서로에게 좋은 방향을 제시하며 나아갈 수 있고 모르는 부분 알아가야 할 부분을 개개인별 배워서 발표를 하는 식으로 알아 가는 점이 좋았습니다.</a:t>
            </a:r>
            <a:endParaRPr sz="1500">
              <a:solidFill>
                <a:schemeClr val="lt1"/>
              </a:solidFill>
              <a:latin typeface="Noto Sans KR"/>
              <a:ea typeface="Noto Sans KR"/>
              <a:cs typeface="Noto Sans KR"/>
              <a:sym typeface="Noto Sans KR"/>
            </a:endParaRPr>
          </a:p>
        </p:txBody>
      </p:sp>
      <p:sp>
        <p:nvSpPr>
          <p:cNvPr id="1059" name="Google Shape;1059;p64"/>
          <p:cNvSpPr txBox="1"/>
          <p:nvPr/>
        </p:nvSpPr>
        <p:spPr>
          <a:xfrm>
            <a:off x="4926725" y="1933900"/>
            <a:ext cx="3852300" cy="15021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ko" sz="1500">
                <a:solidFill>
                  <a:schemeClr val="lt1"/>
                </a:solidFill>
                <a:latin typeface="Noto Sans KR"/>
                <a:ea typeface="Noto Sans KR"/>
                <a:cs typeface="Noto Sans KR"/>
                <a:sym typeface="Noto Sans KR"/>
              </a:rPr>
              <a:t>프로젝트와 별개로 개인의 코딩실력향상이 필요하다. 별도의 필요점이 없다면 별로 신경을 쓰지 않았다. 깃허브의 사용방법을 제대로 알지 못했다.</a:t>
            </a:r>
            <a:endParaRPr sz="1500">
              <a:solidFill>
                <a:schemeClr val="lt1"/>
              </a:solidFill>
              <a:latin typeface="Noto Sans KR"/>
              <a:ea typeface="Noto Sans KR"/>
              <a:cs typeface="Noto Sans KR"/>
              <a:sym typeface="Noto Sans K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9"/>
        </a:solidFill>
      </p:bgPr>
    </p:bg>
    <p:spTree>
      <p:nvGrpSpPr>
        <p:cNvPr id="1063" name="Shape 1063"/>
        <p:cNvGrpSpPr/>
        <p:nvPr/>
      </p:nvGrpSpPr>
      <p:grpSpPr>
        <a:xfrm>
          <a:off x="0" y="0"/>
          <a:ext cx="0" cy="0"/>
          <a:chOff x="0" y="0"/>
          <a:chExt cx="0" cy="0"/>
        </a:xfrm>
      </p:grpSpPr>
      <p:sp>
        <p:nvSpPr>
          <p:cNvPr id="1064" name="Google Shape;1064;p65"/>
          <p:cNvSpPr/>
          <p:nvPr/>
        </p:nvSpPr>
        <p:spPr>
          <a:xfrm flipH="1">
            <a:off x="531650" y="1196813"/>
            <a:ext cx="4218600" cy="2238900"/>
          </a:xfrm>
          <a:prstGeom prst="roundRect">
            <a:avLst>
              <a:gd fmla="val 16667"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5" name="Google Shape;1065;p65"/>
          <p:cNvSpPr/>
          <p:nvPr/>
        </p:nvSpPr>
        <p:spPr>
          <a:xfrm>
            <a:off x="4866100" y="1946800"/>
            <a:ext cx="3977400" cy="1489200"/>
          </a:xfrm>
          <a:prstGeom prst="roundRect">
            <a:avLst>
              <a:gd fmla="val 16667"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6" name="Google Shape;1066;p65"/>
          <p:cNvSpPr txBox="1"/>
          <p:nvPr/>
        </p:nvSpPr>
        <p:spPr>
          <a:xfrm>
            <a:off x="566725" y="891312"/>
            <a:ext cx="1636200" cy="3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1F497D"/>
                </a:solidFill>
                <a:latin typeface="Noto Sans KR"/>
                <a:ea typeface="Noto Sans KR"/>
                <a:cs typeface="Noto Sans KR"/>
                <a:sym typeface="Noto Sans KR"/>
              </a:rPr>
              <a:t>프로젝트 후기</a:t>
            </a:r>
            <a:endParaRPr b="1" sz="1700">
              <a:solidFill>
                <a:srgbClr val="1F497D"/>
              </a:solidFill>
              <a:latin typeface="Noto Sans KR"/>
              <a:ea typeface="Noto Sans KR"/>
              <a:cs typeface="Noto Sans KR"/>
              <a:sym typeface="Noto Sans KR"/>
            </a:endParaRPr>
          </a:p>
        </p:txBody>
      </p:sp>
      <p:sp>
        <p:nvSpPr>
          <p:cNvPr id="1067" name="Google Shape;1067;p65"/>
          <p:cNvSpPr txBox="1"/>
          <p:nvPr/>
        </p:nvSpPr>
        <p:spPr>
          <a:xfrm>
            <a:off x="7738899" y="1646856"/>
            <a:ext cx="1096800" cy="34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700">
                <a:solidFill>
                  <a:srgbClr val="1F497D"/>
                </a:solidFill>
                <a:latin typeface="Noto Sans KR"/>
                <a:ea typeface="Noto Sans KR"/>
                <a:cs typeface="Noto Sans KR"/>
                <a:sym typeface="Noto Sans KR"/>
              </a:rPr>
              <a:t>보완점</a:t>
            </a:r>
            <a:endParaRPr b="1" sz="1700">
              <a:solidFill>
                <a:srgbClr val="1F497D"/>
              </a:solidFill>
              <a:latin typeface="Noto Sans KR"/>
              <a:ea typeface="Noto Sans KR"/>
              <a:cs typeface="Noto Sans KR"/>
              <a:sym typeface="Noto Sans KR"/>
            </a:endParaRPr>
          </a:p>
        </p:txBody>
      </p:sp>
      <p:sp>
        <p:nvSpPr>
          <p:cNvPr id="1068" name="Google Shape;1068;p65"/>
          <p:cNvSpPr/>
          <p:nvPr/>
        </p:nvSpPr>
        <p:spPr>
          <a:xfrm>
            <a:off x="6196060" y="3640150"/>
            <a:ext cx="1199700" cy="1217700"/>
          </a:xfrm>
          <a:prstGeom prst="ellipse">
            <a:avLst/>
          </a:prstGeom>
          <a:solidFill>
            <a:schemeClr val="lt1"/>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9" name="Google Shape;1069;p65"/>
          <p:cNvSpPr/>
          <p:nvPr/>
        </p:nvSpPr>
        <p:spPr>
          <a:xfrm rot="6880840">
            <a:off x="4172462" y="2917939"/>
            <a:ext cx="444726" cy="873135"/>
          </a:xfrm>
          <a:prstGeom prst="triangle">
            <a:avLst>
              <a:gd fmla="val 34172"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70" name="Google Shape;1070;p65"/>
          <p:cNvPicPr preferRelativeResize="0"/>
          <p:nvPr/>
        </p:nvPicPr>
        <p:blipFill rotWithShape="1">
          <a:blip r:embed="rId3">
            <a:alphaModFix/>
          </a:blip>
          <a:srcRect b="0" l="0" r="0" t="0"/>
          <a:stretch/>
        </p:blipFill>
        <p:spPr>
          <a:xfrm>
            <a:off x="4443239" y="0"/>
            <a:ext cx="256379" cy="128256"/>
          </a:xfrm>
          <a:prstGeom prst="rect">
            <a:avLst/>
          </a:prstGeom>
          <a:noFill/>
          <a:ln>
            <a:noFill/>
          </a:ln>
        </p:spPr>
      </p:pic>
      <p:sp>
        <p:nvSpPr>
          <p:cNvPr id="1071" name="Google Shape;1071;p65"/>
          <p:cNvSpPr txBox="1"/>
          <p:nvPr/>
        </p:nvSpPr>
        <p:spPr>
          <a:xfrm>
            <a:off x="147075" y="294475"/>
            <a:ext cx="2694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ko" sz="3500">
                <a:solidFill>
                  <a:srgbClr val="242A44"/>
                </a:solidFill>
              </a:rPr>
              <a:t>팀원별 후기</a:t>
            </a:r>
            <a:endParaRPr b="1" sz="2100">
              <a:solidFill>
                <a:srgbClr val="242A44"/>
              </a:solidFill>
            </a:endParaRPr>
          </a:p>
        </p:txBody>
      </p:sp>
      <p:sp>
        <p:nvSpPr>
          <p:cNvPr id="1072" name="Google Shape;1072;p65"/>
          <p:cNvSpPr txBox="1"/>
          <p:nvPr/>
        </p:nvSpPr>
        <p:spPr>
          <a:xfrm>
            <a:off x="320" y="22968"/>
            <a:ext cx="25002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600">
                <a:solidFill>
                  <a:srgbClr val="242A44"/>
                </a:solidFill>
                <a:latin typeface="Noto Sans KR"/>
                <a:ea typeface="Noto Sans KR"/>
                <a:cs typeface="Noto Sans KR"/>
                <a:sym typeface="Noto Sans KR"/>
              </a:rPr>
              <a:t>5. 프로젝트 후기</a:t>
            </a:r>
            <a:endParaRPr b="1" sz="1600">
              <a:solidFill>
                <a:srgbClr val="242A44"/>
              </a:solidFill>
              <a:latin typeface="Noto Sans KR"/>
              <a:ea typeface="Noto Sans KR"/>
              <a:cs typeface="Noto Sans KR"/>
              <a:sym typeface="Noto Sans KR"/>
            </a:endParaRPr>
          </a:p>
        </p:txBody>
      </p:sp>
      <p:sp>
        <p:nvSpPr>
          <p:cNvPr id="1073" name="Google Shape;1073;p65"/>
          <p:cNvSpPr/>
          <p:nvPr/>
        </p:nvSpPr>
        <p:spPr>
          <a:xfrm>
            <a:off x="3218522"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4" name="Google Shape;1074;p65"/>
          <p:cNvSpPr/>
          <p:nvPr/>
        </p:nvSpPr>
        <p:spPr>
          <a:xfrm>
            <a:off x="28115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75" name="Google Shape;1075;p65"/>
          <p:cNvPicPr preferRelativeResize="0"/>
          <p:nvPr/>
        </p:nvPicPr>
        <p:blipFill>
          <a:blip r:embed="rId4">
            <a:alphaModFix amt="25000"/>
          </a:blip>
          <a:stretch>
            <a:fillRect/>
          </a:stretch>
        </p:blipFill>
        <p:spPr>
          <a:xfrm>
            <a:off x="373800" y="3717388"/>
            <a:ext cx="1017300" cy="1063224"/>
          </a:xfrm>
          <a:prstGeom prst="rect">
            <a:avLst/>
          </a:prstGeom>
          <a:noFill/>
          <a:ln>
            <a:noFill/>
          </a:ln>
        </p:spPr>
      </p:pic>
      <p:pic>
        <p:nvPicPr>
          <p:cNvPr id="1076" name="Google Shape;1076;p65"/>
          <p:cNvPicPr preferRelativeResize="0"/>
          <p:nvPr/>
        </p:nvPicPr>
        <p:blipFill>
          <a:blip r:embed="rId5">
            <a:alphaModFix amt="25000"/>
          </a:blip>
          <a:stretch>
            <a:fillRect/>
          </a:stretch>
        </p:blipFill>
        <p:spPr>
          <a:xfrm>
            <a:off x="3226796" y="3659025"/>
            <a:ext cx="1179950" cy="1179950"/>
          </a:xfrm>
          <a:prstGeom prst="rect">
            <a:avLst/>
          </a:prstGeom>
          <a:noFill/>
          <a:ln>
            <a:noFill/>
          </a:ln>
        </p:spPr>
      </p:pic>
      <p:sp>
        <p:nvSpPr>
          <p:cNvPr id="1077" name="Google Shape;1077;p65"/>
          <p:cNvSpPr/>
          <p:nvPr/>
        </p:nvSpPr>
        <p:spPr>
          <a:xfrm>
            <a:off x="1770722"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8" name="Google Shape;1078;p65"/>
          <p:cNvSpPr/>
          <p:nvPr/>
        </p:nvSpPr>
        <p:spPr>
          <a:xfrm>
            <a:off x="4708095"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9" name="Google Shape;1079;p65"/>
          <p:cNvSpPr/>
          <p:nvPr/>
        </p:nvSpPr>
        <p:spPr>
          <a:xfrm>
            <a:off x="7643860" y="3640150"/>
            <a:ext cx="1199700" cy="12177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0" name="Google Shape;1080;p65"/>
          <p:cNvSpPr/>
          <p:nvPr/>
        </p:nvSpPr>
        <p:spPr>
          <a:xfrm>
            <a:off x="259078"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1" name="Google Shape;1081;p65"/>
          <p:cNvSpPr txBox="1"/>
          <p:nvPr/>
        </p:nvSpPr>
        <p:spPr>
          <a:xfrm>
            <a:off x="382216"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김예은</a:t>
            </a:r>
            <a:endParaRPr b="1" sz="1900">
              <a:solidFill>
                <a:srgbClr val="242A44"/>
              </a:solidFill>
              <a:latin typeface="Noto Sans KR"/>
              <a:ea typeface="Noto Sans KR"/>
              <a:cs typeface="Noto Sans KR"/>
              <a:sym typeface="Noto Sans KR"/>
            </a:endParaRPr>
          </a:p>
        </p:txBody>
      </p:sp>
      <p:sp>
        <p:nvSpPr>
          <p:cNvPr id="1082" name="Google Shape;1082;p65"/>
          <p:cNvSpPr txBox="1"/>
          <p:nvPr/>
        </p:nvSpPr>
        <p:spPr>
          <a:xfrm>
            <a:off x="382216"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sp>
        <p:nvSpPr>
          <p:cNvPr id="1083" name="Google Shape;1083;p65"/>
          <p:cNvSpPr/>
          <p:nvPr/>
        </p:nvSpPr>
        <p:spPr>
          <a:xfrm>
            <a:off x="3210824"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4" name="Google Shape;1084;p65"/>
          <p:cNvSpPr txBox="1"/>
          <p:nvPr/>
        </p:nvSpPr>
        <p:spPr>
          <a:xfrm>
            <a:off x="3333962"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문성빈</a:t>
            </a:r>
            <a:endParaRPr b="1" sz="1900">
              <a:solidFill>
                <a:srgbClr val="242A44"/>
              </a:solidFill>
              <a:latin typeface="Noto Sans KR"/>
              <a:ea typeface="Noto Sans KR"/>
              <a:cs typeface="Noto Sans KR"/>
              <a:sym typeface="Noto Sans KR"/>
            </a:endParaRPr>
          </a:p>
        </p:txBody>
      </p:sp>
      <p:sp>
        <p:nvSpPr>
          <p:cNvPr id="1085" name="Google Shape;1085;p65"/>
          <p:cNvSpPr txBox="1"/>
          <p:nvPr/>
        </p:nvSpPr>
        <p:spPr>
          <a:xfrm>
            <a:off x="3333962"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sp>
        <p:nvSpPr>
          <p:cNvPr id="1086" name="Google Shape;1086;p65"/>
          <p:cNvSpPr/>
          <p:nvPr/>
        </p:nvSpPr>
        <p:spPr>
          <a:xfrm>
            <a:off x="6162570" y="4639086"/>
            <a:ext cx="1263300" cy="471900"/>
          </a:xfrm>
          <a:prstGeom prst="roundRect">
            <a:avLst>
              <a:gd fmla="val 16667" name="adj"/>
            </a:avLst>
          </a:prstGeom>
          <a:solidFill>
            <a:schemeClr val="lt1"/>
          </a:solidFill>
          <a:ln cap="flat" cmpd="sng" w="9525">
            <a:solidFill>
              <a:srgbClr val="A4C2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7" name="Google Shape;1087;p65"/>
          <p:cNvSpPr txBox="1"/>
          <p:nvPr/>
        </p:nvSpPr>
        <p:spPr>
          <a:xfrm>
            <a:off x="6285708"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박주성</a:t>
            </a:r>
            <a:endParaRPr b="1" sz="1900">
              <a:solidFill>
                <a:srgbClr val="242A44"/>
              </a:solidFill>
              <a:latin typeface="Noto Sans KR"/>
              <a:ea typeface="Noto Sans KR"/>
              <a:cs typeface="Noto Sans KR"/>
              <a:sym typeface="Noto Sans KR"/>
            </a:endParaRPr>
          </a:p>
        </p:txBody>
      </p:sp>
      <p:sp>
        <p:nvSpPr>
          <p:cNvPr id="1088" name="Google Shape;1088;p65"/>
          <p:cNvSpPr txBox="1"/>
          <p:nvPr/>
        </p:nvSpPr>
        <p:spPr>
          <a:xfrm>
            <a:off x="6285708"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Frontend</a:t>
            </a:r>
            <a:endParaRPr sz="900">
              <a:solidFill>
                <a:srgbClr val="242A44"/>
              </a:solidFill>
              <a:latin typeface="Noto Sans KR"/>
              <a:ea typeface="Noto Sans KR"/>
              <a:cs typeface="Noto Sans KR"/>
              <a:sym typeface="Noto Sans KR"/>
            </a:endParaRPr>
          </a:p>
        </p:txBody>
      </p:sp>
      <p:pic>
        <p:nvPicPr>
          <p:cNvPr id="1089" name="Google Shape;1089;p65"/>
          <p:cNvPicPr preferRelativeResize="0"/>
          <p:nvPr/>
        </p:nvPicPr>
        <p:blipFill>
          <a:blip r:embed="rId6">
            <a:alphaModFix amt="25000"/>
          </a:blip>
          <a:stretch>
            <a:fillRect/>
          </a:stretch>
        </p:blipFill>
        <p:spPr>
          <a:xfrm>
            <a:off x="4728363" y="3659025"/>
            <a:ext cx="1179950" cy="1179950"/>
          </a:xfrm>
          <a:prstGeom prst="rect">
            <a:avLst/>
          </a:prstGeom>
          <a:noFill/>
          <a:ln>
            <a:noFill/>
          </a:ln>
        </p:spPr>
      </p:pic>
      <p:sp>
        <p:nvSpPr>
          <p:cNvPr id="1090" name="Google Shape;1090;p65"/>
          <p:cNvSpPr/>
          <p:nvPr/>
        </p:nvSpPr>
        <p:spPr>
          <a:xfrm>
            <a:off x="4686697"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1" name="Google Shape;1091;p65"/>
          <p:cNvSpPr txBox="1"/>
          <p:nvPr/>
        </p:nvSpPr>
        <p:spPr>
          <a:xfrm>
            <a:off x="4809835"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천준호</a:t>
            </a:r>
            <a:endParaRPr b="1" sz="1900">
              <a:solidFill>
                <a:srgbClr val="242A44"/>
              </a:solidFill>
              <a:latin typeface="Noto Sans KR"/>
              <a:ea typeface="Noto Sans KR"/>
              <a:cs typeface="Noto Sans KR"/>
              <a:sym typeface="Noto Sans KR"/>
            </a:endParaRPr>
          </a:p>
        </p:txBody>
      </p:sp>
      <p:sp>
        <p:nvSpPr>
          <p:cNvPr id="1092" name="Google Shape;1092;p65"/>
          <p:cNvSpPr txBox="1"/>
          <p:nvPr/>
        </p:nvSpPr>
        <p:spPr>
          <a:xfrm>
            <a:off x="4809835"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pic>
        <p:nvPicPr>
          <p:cNvPr id="1093" name="Google Shape;1093;p65"/>
          <p:cNvPicPr preferRelativeResize="0"/>
          <p:nvPr/>
        </p:nvPicPr>
        <p:blipFill rotWithShape="1">
          <a:blip r:embed="rId7">
            <a:alphaModFix/>
          </a:blip>
          <a:srcRect b="40803" l="6849" r="71638" t="36713"/>
          <a:stretch/>
        </p:blipFill>
        <p:spPr>
          <a:xfrm>
            <a:off x="6450425" y="3818061"/>
            <a:ext cx="769800" cy="804600"/>
          </a:xfrm>
          <a:prstGeom prst="chord">
            <a:avLst>
              <a:gd fmla="val 19556598" name="adj1"/>
              <a:gd fmla="val 16200000" name="adj2"/>
            </a:avLst>
          </a:prstGeom>
          <a:noFill/>
          <a:ln>
            <a:noFill/>
          </a:ln>
        </p:spPr>
      </p:pic>
      <p:pic>
        <p:nvPicPr>
          <p:cNvPr id="1094" name="Google Shape;1094;p65"/>
          <p:cNvPicPr preferRelativeResize="0"/>
          <p:nvPr/>
        </p:nvPicPr>
        <p:blipFill>
          <a:blip r:embed="rId8">
            <a:alphaModFix amt="25000"/>
          </a:blip>
          <a:stretch>
            <a:fillRect/>
          </a:stretch>
        </p:blipFill>
        <p:spPr>
          <a:xfrm>
            <a:off x="1745988" y="3649150"/>
            <a:ext cx="1199699" cy="1199699"/>
          </a:xfrm>
          <a:prstGeom prst="rect">
            <a:avLst/>
          </a:prstGeom>
          <a:noFill/>
          <a:ln>
            <a:noFill/>
          </a:ln>
        </p:spPr>
      </p:pic>
      <p:sp>
        <p:nvSpPr>
          <p:cNvPr id="1095" name="Google Shape;1095;p65"/>
          <p:cNvSpPr/>
          <p:nvPr/>
        </p:nvSpPr>
        <p:spPr>
          <a:xfrm>
            <a:off x="1734951"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6" name="Google Shape;1096;p65"/>
          <p:cNvSpPr txBox="1"/>
          <p:nvPr/>
        </p:nvSpPr>
        <p:spPr>
          <a:xfrm>
            <a:off x="1858089"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이동규</a:t>
            </a:r>
            <a:endParaRPr b="1" sz="1900">
              <a:solidFill>
                <a:srgbClr val="242A44"/>
              </a:solidFill>
              <a:latin typeface="Noto Sans KR"/>
              <a:ea typeface="Noto Sans KR"/>
              <a:cs typeface="Noto Sans KR"/>
              <a:sym typeface="Noto Sans KR"/>
            </a:endParaRPr>
          </a:p>
        </p:txBody>
      </p:sp>
      <p:sp>
        <p:nvSpPr>
          <p:cNvPr id="1097" name="Google Shape;1097;p65"/>
          <p:cNvSpPr txBox="1"/>
          <p:nvPr/>
        </p:nvSpPr>
        <p:spPr>
          <a:xfrm>
            <a:off x="1858089"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Backend</a:t>
            </a:r>
            <a:endParaRPr sz="900">
              <a:solidFill>
                <a:srgbClr val="242A44"/>
              </a:solidFill>
              <a:latin typeface="Noto Sans KR"/>
              <a:ea typeface="Noto Sans KR"/>
              <a:cs typeface="Noto Sans KR"/>
              <a:sym typeface="Noto Sans KR"/>
            </a:endParaRPr>
          </a:p>
        </p:txBody>
      </p:sp>
      <p:pic>
        <p:nvPicPr>
          <p:cNvPr id="1098" name="Google Shape;1098;p65"/>
          <p:cNvPicPr preferRelativeResize="0"/>
          <p:nvPr/>
        </p:nvPicPr>
        <p:blipFill rotWithShape="1">
          <a:blip r:embed="rId9">
            <a:alphaModFix amt="25000"/>
          </a:blip>
          <a:srcRect b="14432" l="19938" r="16032" t="9803"/>
          <a:stretch/>
        </p:blipFill>
        <p:spPr>
          <a:xfrm>
            <a:off x="7899250" y="3802075"/>
            <a:ext cx="700875" cy="829325"/>
          </a:xfrm>
          <a:prstGeom prst="rect">
            <a:avLst/>
          </a:prstGeom>
          <a:noFill/>
          <a:ln>
            <a:noFill/>
          </a:ln>
        </p:spPr>
      </p:pic>
      <p:sp>
        <p:nvSpPr>
          <p:cNvPr id="1099" name="Google Shape;1099;p65"/>
          <p:cNvSpPr/>
          <p:nvPr/>
        </p:nvSpPr>
        <p:spPr>
          <a:xfrm>
            <a:off x="7638443" y="4639086"/>
            <a:ext cx="1263300" cy="471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0" name="Google Shape;1100;p65"/>
          <p:cNvSpPr txBox="1"/>
          <p:nvPr/>
        </p:nvSpPr>
        <p:spPr>
          <a:xfrm>
            <a:off x="7761581" y="4675438"/>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1900">
                <a:solidFill>
                  <a:srgbClr val="242A44"/>
                </a:solidFill>
                <a:latin typeface="Noto Sans KR"/>
                <a:ea typeface="Noto Sans KR"/>
                <a:cs typeface="Noto Sans KR"/>
                <a:sym typeface="Noto Sans KR"/>
              </a:rPr>
              <a:t>서예성</a:t>
            </a:r>
            <a:endParaRPr b="1" sz="1900">
              <a:solidFill>
                <a:srgbClr val="242A44"/>
              </a:solidFill>
              <a:latin typeface="Noto Sans KR"/>
              <a:ea typeface="Noto Sans KR"/>
              <a:cs typeface="Noto Sans KR"/>
              <a:sym typeface="Noto Sans KR"/>
            </a:endParaRPr>
          </a:p>
        </p:txBody>
      </p:sp>
      <p:sp>
        <p:nvSpPr>
          <p:cNvPr id="1101" name="Google Shape;1101;p65"/>
          <p:cNvSpPr txBox="1"/>
          <p:nvPr/>
        </p:nvSpPr>
        <p:spPr>
          <a:xfrm>
            <a:off x="7761581" y="4869155"/>
            <a:ext cx="1017300" cy="26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ko" sz="900">
                <a:solidFill>
                  <a:srgbClr val="242A44"/>
                </a:solidFill>
                <a:latin typeface="Noto Sans KR"/>
                <a:ea typeface="Noto Sans KR"/>
                <a:cs typeface="Noto Sans KR"/>
                <a:sym typeface="Noto Sans KR"/>
              </a:rPr>
              <a:t>Frontend</a:t>
            </a:r>
            <a:endParaRPr sz="900">
              <a:solidFill>
                <a:srgbClr val="242A44"/>
              </a:solidFill>
              <a:latin typeface="Noto Sans KR"/>
              <a:ea typeface="Noto Sans KR"/>
              <a:cs typeface="Noto Sans KR"/>
              <a:sym typeface="Noto Sans KR"/>
            </a:endParaRPr>
          </a:p>
        </p:txBody>
      </p:sp>
      <p:sp>
        <p:nvSpPr>
          <p:cNvPr id="1102" name="Google Shape;1102;p65"/>
          <p:cNvSpPr/>
          <p:nvPr/>
        </p:nvSpPr>
        <p:spPr>
          <a:xfrm>
            <a:off x="3210828"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3" name="Google Shape;1103;p65"/>
          <p:cNvSpPr/>
          <p:nvPr/>
        </p:nvSpPr>
        <p:spPr>
          <a:xfrm>
            <a:off x="259076"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4" name="Google Shape;1104;p65"/>
          <p:cNvSpPr/>
          <p:nvPr/>
        </p:nvSpPr>
        <p:spPr>
          <a:xfrm>
            <a:off x="1742935"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5" name="Google Shape;1105;p65"/>
          <p:cNvSpPr/>
          <p:nvPr/>
        </p:nvSpPr>
        <p:spPr>
          <a:xfrm>
            <a:off x="4686695"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6" name="Google Shape;1106;p65"/>
          <p:cNvSpPr/>
          <p:nvPr/>
        </p:nvSpPr>
        <p:spPr>
          <a:xfrm>
            <a:off x="7638443" y="4639086"/>
            <a:ext cx="1263300" cy="471900"/>
          </a:xfrm>
          <a:prstGeom prst="roundRect">
            <a:avLst>
              <a:gd fmla="val 16667" name="adj"/>
            </a:avLst>
          </a:prstGeom>
          <a:solidFill>
            <a:srgbClr val="FFFFFF">
              <a:alpha val="753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7" name="Google Shape;1107;p65"/>
          <p:cNvSpPr/>
          <p:nvPr/>
        </p:nvSpPr>
        <p:spPr>
          <a:xfrm flipH="1" rot="-10677490">
            <a:off x="6031633" y="3091919"/>
            <a:ext cx="513626" cy="623667"/>
          </a:xfrm>
          <a:prstGeom prst="triangle">
            <a:avLst>
              <a:gd fmla="val 50000" name="adj"/>
            </a:avLst>
          </a:prstGeom>
          <a:solidFill>
            <a:srgbClr val="3C7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8" name="Google Shape;1108;p65"/>
          <p:cNvSpPr txBox="1"/>
          <p:nvPr/>
        </p:nvSpPr>
        <p:spPr>
          <a:xfrm>
            <a:off x="4928650" y="1946800"/>
            <a:ext cx="3852300" cy="1478700"/>
          </a:xfrm>
          <a:prstGeom prst="rect">
            <a:avLst/>
          </a:prstGeom>
          <a:noFill/>
          <a:ln>
            <a:noFill/>
          </a:ln>
        </p:spPr>
        <p:txBody>
          <a:bodyPr anchorCtr="0" anchor="ctr" bIns="91425" lIns="91425" spcFirstLastPara="1" rIns="91425" wrap="square" tIns="91425">
            <a:noAutofit/>
          </a:bodyPr>
          <a:lstStyle/>
          <a:p>
            <a:pPr indent="0" lvl="0" marL="0" rtl="0" algn="l">
              <a:lnSpc>
                <a:spcPct val="130000"/>
              </a:lnSpc>
              <a:spcBef>
                <a:spcPts val="0"/>
              </a:spcBef>
              <a:spcAft>
                <a:spcPts val="0"/>
              </a:spcAft>
              <a:buNone/>
            </a:pPr>
            <a:r>
              <a:rPr lang="ko" sz="1500">
                <a:solidFill>
                  <a:schemeClr val="lt1"/>
                </a:solidFill>
                <a:latin typeface="Noto Sans KR"/>
                <a:ea typeface="Noto Sans KR"/>
                <a:cs typeface="Noto Sans KR"/>
                <a:sym typeface="Noto Sans KR"/>
              </a:rPr>
              <a:t>사회적 이해 / 협력의 중요성을 간과하지 말아야한다. 한 단어를 보는 시점에 따라 다르다는 점을 이해해야 한다. 구체적인 계획 설정이 필요하다.</a:t>
            </a:r>
            <a:endParaRPr sz="1500">
              <a:solidFill>
                <a:schemeClr val="lt1"/>
              </a:solidFill>
              <a:latin typeface="Noto Sans KR"/>
              <a:ea typeface="Noto Sans KR"/>
              <a:cs typeface="Noto Sans KR"/>
              <a:sym typeface="Noto Sans KR"/>
            </a:endParaRPr>
          </a:p>
        </p:txBody>
      </p:sp>
      <p:sp>
        <p:nvSpPr>
          <p:cNvPr id="1109" name="Google Shape;1109;p65"/>
          <p:cNvSpPr txBox="1"/>
          <p:nvPr/>
        </p:nvSpPr>
        <p:spPr>
          <a:xfrm>
            <a:off x="642500" y="1196625"/>
            <a:ext cx="4040700" cy="2238900"/>
          </a:xfrm>
          <a:prstGeom prst="rect">
            <a:avLst/>
          </a:prstGeom>
          <a:noFill/>
          <a:ln>
            <a:noFill/>
          </a:ln>
        </p:spPr>
        <p:txBody>
          <a:bodyPr anchorCtr="0" anchor="ctr" bIns="91425" lIns="91425" spcFirstLastPara="1" rIns="91425" wrap="square" tIns="91425">
            <a:noAutofit/>
          </a:bodyPr>
          <a:lstStyle/>
          <a:p>
            <a:pPr indent="0" lvl="0" marL="0" rtl="0" algn="l">
              <a:lnSpc>
                <a:spcPct val="130000"/>
              </a:lnSpc>
              <a:spcBef>
                <a:spcPts val="0"/>
              </a:spcBef>
              <a:spcAft>
                <a:spcPts val="0"/>
              </a:spcAft>
              <a:buNone/>
            </a:pPr>
            <a:r>
              <a:rPr lang="ko" sz="1500">
                <a:solidFill>
                  <a:schemeClr val="lt1"/>
                </a:solidFill>
                <a:latin typeface="Noto Sans KR"/>
                <a:ea typeface="Noto Sans KR"/>
                <a:cs typeface="Noto Sans KR"/>
                <a:sym typeface="Noto Sans KR"/>
              </a:rPr>
              <a:t>예술과 디자인이 서로 다른 접근과 가치를 갖고 있음을 깨달았다. 서로 다른 의견을 이해하고 </a:t>
            </a:r>
            <a:r>
              <a:rPr lang="ko" sz="1500">
                <a:solidFill>
                  <a:schemeClr val="lt1"/>
                </a:solidFill>
                <a:latin typeface="Noto Sans KR"/>
                <a:ea typeface="Noto Sans KR"/>
                <a:cs typeface="Noto Sans KR"/>
                <a:sym typeface="Noto Sans KR"/>
              </a:rPr>
              <a:t>조</a:t>
            </a:r>
            <a:r>
              <a:rPr lang="ko" sz="1500">
                <a:solidFill>
                  <a:schemeClr val="lt1"/>
                </a:solidFill>
                <a:latin typeface="Noto Sans KR"/>
                <a:ea typeface="Noto Sans KR"/>
                <a:cs typeface="Noto Sans KR"/>
                <a:sym typeface="Noto Sans KR"/>
              </a:rPr>
              <a:t>율하는 시간이 중요하다는 것을 배웠다. 다른 이들의 경험에 더 많은 관심을 기울였으면 좋았을 것이라는 아쉬움을 느꼈다. 미래의 프로젝트에 확고한 기반이 될 것이라고 생각한다. 새로운 사회를 경험했다.</a:t>
            </a:r>
            <a:endParaRPr sz="1500">
              <a:solidFill>
                <a:schemeClr val="lt1"/>
              </a:solidFill>
              <a:latin typeface="Noto Sans KR"/>
              <a:ea typeface="Noto Sans KR"/>
              <a:cs typeface="Noto Sans KR"/>
              <a:sym typeface="Noto Sans K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42A44"/>
        </a:solidFill>
      </p:bgPr>
    </p:bg>
    <p:spTree>
      <p:nvGrpSpPr>
        <p:cNvPr id="1113" name="Shape 1113"/>
        <p:cNvGrpSpPr/>
        <p:nvPr/>
      </p:nvGrpSpPr>
      <p:grpSpPr>
        <a:xfrm>
          <a:off x="0" y="0"/>
          <a:ext cx="0" cy="0"/>
          <a:chOff x="0" y="0"/>
          <a:chExt cx="0" cy="0"/>
        </a:xfrm>
      </p:grpSpPr>
      <p:pic>
        <p:nvPicPr>
          <p:cNvPr id="1114" name="Google Shape;1114;p66"/>
          <p:cNvPicPr preferRelativeResize="0"/>
          <p:nvPr/>
        </p:nvPicPr>
        <p:blipFill rotWithShape="1">
          <a:blip r:embed="rId3">
            <a:alphaModFix/>
          </a:blip>
          <a:srcRect b="0" l="0" r="0" t="0"/>
          <a:stretch/>
        </p:blipFill>
        <p:spPr>
          <a:xfrm>
            <a:off x="0" y="0"/>
            <a:ext cx="9142858" cy="5142857"/>
          </a:xfrm>
          <a:prstGeom prst="rect">
            <a:avLst/>
          </a:prstGeom>
          <a:noFill/>
          <a:ln>
            <a:noFill/>
          </a:ln>
        </p:spPr>
      </p:pic>
      <p:pic>
        <p:nvPicPr>
          <p:cNvPr id="1115" name="Google Shape;1115;p66"/>
          <p:cNvPicPr preferRelativeResize="0"/>
          <p:nvPr/>
        </p:nvPicPr>
        <p:blipFill rotWithShape="1">
          <a:blip r:embed="rId4">
            <a:alphaModFix/>
          </a:blip>
          <a:srcRect b="0" l="0" r="0" t="0"/>
          <a:stretch/>
        </p:blipFill>
        <p:spPr>
          <a:xfrm>
            <a:off x="4443239" y="0"/>
            <a:ext cx="256379" cy="128256"/>
          </a:xfrm>
          <a:prstGeom prst="rect">
            <a:avLst/>
          </a:prstGeom>
          <a:noFill/>
          <a:ln>
            <a:noFill/>
          </a:ln>
        </p:spPr>
      </p:pic>
      <p:sp>
        <p:nvSpPr>
          <p:cNvPr id="1116" name="Google Shape;1116;p66"/>
          <p:cNvSpPr txBox="1"/>
          <p:nvPr/>
        </p:nvSpPr>
        <p:spPr>
          <a:xfrm>
            <a:off x="1341922" y="2163575"/>
            <a:ext cx="6459000" cy="81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ko" sz="4100">
                <a:solidFill>
                  <a:srgbClr val="F0660C"/>
                </a:solidFill>
                <a:latin typeface="Noto Sans KR"/>
                <a:ea typeface="Noto Sans KR"/>
                <a:cs typeface="Noto Sans KR"/>
                <a:sym typeface="Noto Sans KR"/>
              </a:rPr>
              <a:t>Q&amp;A</a:t>
            </a:r>
            <a:endParaRPr b="1" sz="4100">
              <a:solidFill>
                <a:srgbClr val="F0660C"/>
              </a:solidFill>
              <a:latin typeface="Noto Sans KR"/>
              <a:ea typeface="Noto Sans KR"/>
              <a:cs typeface="Noto Sans KR"/>
              <a:sym typeface="Noto Sans KR"/>
            </a:endParaRPr>
          </a:p>
        </p:txBody>
      </p:sp>
      <p:sp>
        <p:nvSpPr>
          <p:cNvPr id="1117" name="Google Shape;1117;p66"/>
          <p:cNvSpPr txBox="1"/>
          <p:nvPr/>
        </p:nvSpPr>
        <p:spPr>
          <a:xfrm>
            <a:off x="102550" y="4717666"/>
            <a:ext cx="20913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800">
                <a:solidFill>
                  <a:srgbClr val="B7B7B7"/>
                </a:solidFill>
                <a:latin typeface="Noto Sans KR"/>
                <a:ea typeface="Noto Sans KR"/>
                <a:cs typeface="Noto Sans KR"/>
                <a:sym typeface="Noto Sans KR"/>
              </a:rPr>
              <a:t>소비자 중심 </a:t>
            </a:r>
            <a:r>
              <a:rPr b="1" lang="ko" sz="800">
                <a:solidFill>
                  <a:srgbClr val="B7B7B7"/>
                </a:solidFill>
                <a:latin typeface="Noto Sans KR"/>
                <a:ea typeface="Noto Sans KR"/>
                <a:cs typeface="Noto Sans KR"/>
                <a:sym typeface="Noto Sans KR"/>
              </a:rPr>
              <a:t>JM ERP Solution</a:t>
            </a:r>
            <a:endParaRPr b="1" sz="800">
              <a:solidFill>
                <a:srgbClr val="B7B7B7"/>
              </a:solidFill>
              <a:latin typeface="Noto Sans KR"/>
              <a:ea typeface="Noto Sans KR"/>
              <a:cs typeface="Noto Sans KR"/>
              <a:sym typeface="Noto Sans K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660C"/>
        </a:solidFill>
      </p:bgPr>
    </p:bg>
    <p:spTree>
      <p:nvGrpSpPr>
        <p:cNvPr id="1121" name="Shape 1121"/>
        <p:cNvGrpSpPr/>
        <p:nvPr/>
      </p:nvGrpSpPr>
      <p:grpSpPr>
        <a:xfrm>
          <a:off x="0" y="0"/>
          <a:ext cx="0" cy="0"/>
          <a:chOff x="0" y="0"/>
          <a:chExt cx="0" cy="0"/>
        </a:xfrm>
      </p:grpSpPr>
      <p:pic>
        <p:nvPicPr>
          <p:cNvPr id="1122" name="Google Shape;1122;p67"/>
          <p:cNvPicPr preferRelativeResize="0"/>
          <p:nvPr/>
        </p:nvPicPr>
        <p:blipFill rotWithShape="1">
          <a:blip r:embed="rId3">
            <a:alphaModFix/>
          </a:blip>
          <a:srcRect b="0" l="0" r="0" t="0"/>
          <a:stretch/>
        </p:blipFill>
        <p:spPr>
          <a:xfrm>
            <a:off x="0" y="0"/>
            <a:ext cx="9142858" cy="5142857"/>
          </a:xfrm>
          <a:prstGeom prst="rect">
            <a:avLst/>
          </a:prstGeom>
          <a:noFill/>
          <a:ln>
            <a:noFill/>
          </a:ln>
        </p:spPr>
      </p:pic>
      <p:pic>
        <p:nvPicPr>
          <p:cNvPr id="1123" name="Google Shape;1123;p67"/>
          <p:cNvPicPr preferRelativeResize="0"/>
          <p:nvPr/>
        </p:nvPicPr>
        <p:blipFill rotWithShape="1">
          <a:blip r:embed="rId4">
            <a:alphaModFix/>
          </a:blip>
          <a:srcRect b="0" l="0" r="0" t="0"/>
          <a:stretch/>
        </p:blipFill>
        <p:spPr>
          <a:xfrm>
            <a:off x="4431384" y="0"/>
            <a:ext cx="280089" cy="140117"/>
          </a:xfrm>
          <a:prstGeom prst="rect">
            <a:avLst/>
          </a:prstGeom>
          <a:noFill/>
          <a:ln>
            <a:noFill/>
          </a:ln>
        </p:spPr>
      </p:pic>
      <p:pic>
        <p:nvPicPr>
          <p:cNvPr id="1124" name="Google Shape;1124;p67"/>
          <p:cNvPicPr preferRelativeResize="0"/>
          <p:nvPr/>
        </p:nvPicPr>
        <p:blipFill rotWithShape="1">
          <a:blip r:embed="rId5">
            <a:alphaModFix/>
          </a:blip>
          <a:srcRect b="0" l="0" r="0" t="0"/>
          <a:stretch/>
        </p:blipFill>
        <p:spPr>
          <a:xfrm>
            <a:off x="2432246" y="1854455"/>
            <a:ext cx="4270967" cy="1555319"/>
          </a:xfrm>
          <a:prstGeom prst="rect">
            <a:avLst/>
          </a:prstGeom>
          <a:noFill/>
          <a:ln>
            <a:noFill/>
          </a:ln>
        </p:spPr>
      </p:pic>
      <p:pic>
        <p:nvPicPr>
          <p:cNvPr id="1125" name="Google Shape;1125;p67"/>
          <p:cNvPicPr preferRelativeResize="0"/>
          <p:nvPr/>
        </p:nvPicPr>
        <p:blipFill rotWithShape="1">
          <a:blip r:embed="rId6">
            <a:alphaModFix/>
          </a:blip>
          <a:srcRect b="0" l="0" r="0" t="0"/>
          <a:stretch/>
        </p:blipFill>
        <p:spPr>
          <a:xfrm>
            <a:off x="1351457" y="1794140"/>
            <a:ext cx="5258228" cy="382772"/>
          </a:xfrm>
          <a:prstGeom prst="rect">
            <a:avLst/>
          </a:prstGeom>
          <a:noFill/>
          <a:ln>
            <a:noFill/>
          </a:ln>
        </p:spPr>
      </p:pic>
      <p:pic>
        <p:nvPicPr>
          <p:cNvPr id="1126" name="Google Shape;1126;p67"/>
          <p:cNvPicPr preferRelativeResize="0"/>
          <p:nvPr/>
        </p:nvPicPr>
        <p:blipFill rotWithShape="1">
          <a:blip r:embed="rId7">
            <a:alphaModFix/>
          </a:blip>
          <a:srcRect b="0" l="0" r="0" t="0"/>
          <a:stretch/>
        </p:blipFill>
        <p:spPr>
          <a:xfrm>
            <a:off x="5724297" y="-417501"/>
            <a:ext cx="3881057" cy="4869628"/>
          </a:xfrm>
          <a:prstGeom prst="rect">
            <a:avLst/>
          </a:prstGeom>
          <a:noFill/>
          <a:ln>
            <a:noFill/>
          </a:ln>
        </p:spPr>
      </p:pic>
      <p:pic>
        <p:nvPicPr>
          <p:cNvPr id="1127" name="Google Shape;1127;p67"/>
          <p:cNvPicPr preferRelativeResize="0"/>
          <p:nvPr/>
        </p:nvPicPr>
        <p:blipFill rotWithShape="1">
          <a:blip r:embed="rId7">
            <a:alphaModFix/>
          </a:blip>
          <a:srcRect b="0" l="0" r="0" t="0"/>
          <a:stretch/>
        </p:blipFill>
        <p:spPr>
          <a:xfrm>
            <a:off x="161969" y="651054"/>
            <a:ext cx="3881057" cy="4869628"/>
          </a:xfrm>
          <a:prstGeom prst="rect">
            <a:avLst/>
          </a:prstGeom>
          <a:noFill/>
          <a:ln>
            <a:noFill/>
          </a:ln>
        </p:spPr>
      </p:pic>
      <p:sp>
        <p:nvSpPr>
          <p:cNvPr id="1128" name="Google Shape;1128;p67"/>
          <p:cNvSpPr txBox="1"/>
          <p:nvPr/>
        </p:nvSpPr>
        <p:spPr>
          <a:xfrm>
            <a:off x="3220138" y="3323325"/>
            <a:ext cx="2695200" cy="48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 sz="1800">
                <a:solidFill>
                  <a:schemeClr val="lt1"/>
                </a:solidFill>
              </a:rPr>
              <a:t>(주) JTMSolution</a:t>
            </a:r>
            <a:endParaRPr sz="1800">
              <a:solidFill>
                <a:schemeClr val="lt1"/>
              </a:solidFill>
            </a:endParaRPr>
          </a:p>
        </p:txBody>
      </p:sp>
      <p:sp>
        <p:nvSpPr>
          <p:cNvPr id="1129" name="Google Shape;1129;p67"/>
          <p:cNvSpPr txBox="1"/>
          <p:nvPr/>
        </p:nvSpPr>
        <p:spPr>
          <a:xfrm>
            <a:off x="2788050" y="3714750"/>
            <a:ext cx="3567900" cy="33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ko" sz="1100">
                <a:solidFill>
                  <a:schemeClr val="lt1"/>
                </a:solidFill>
              </a:rPr>
              <a:t>010 - 0000 - 0000 / jumptomoon2324@gmail.com</a:t>
            </a:r>
            <a:endParaRPr sz="11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